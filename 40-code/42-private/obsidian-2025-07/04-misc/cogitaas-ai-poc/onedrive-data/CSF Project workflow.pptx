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changesInfos/changesInfo1.xml" ContentType="application/vnd.ms-powerpoint.changesinfo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147473799" r:id="rId2"/>
    <p:sldId id="2147473788" r:id="rId3"/>
    <p:sldId id="2147473798" r:id="rId4"/>
    <p:sldId id="2147473785" r:id="rId5"/>
    <p:sldId id="2147473786" r:id="rId6"/>
    <p:sldId id="214747380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744" autoAdjust="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jal Naik" userId="96f2d8d9-db69-4f7a-9fe8-000b77b2914f" providerId="ADAL" clId="{0454E56D-548D-4AD3-894F-8B60768EEBAA}"/>
    <pc:docChg chg="custSel addSld delSld modSld sldOrd">
      <pc:chgData name="Sejal Naik" userId="96f2d8d9-db69-4f7a-9fe8-000b77b2914f" providerId="ADAL" clId="{0454E56D-548D-4AD3-894F-8B60768EEBAA}" dt="2025-12-11T06:48:13.338" v="149" actId="47"/>
      <pc:docMkLst>
        <pc:docMk/>
      </pc:docMkLst>
      <pc:sldChg chg="del ord">
        <pc:chgData name="Sejal Naik" userId="96f2d8d9-db69-4f7a-9fe8-000b77b2914f" providerId="ADAL" clId="{0454E56D-548D-4AD3-894F-8B60768EEBAA}" dt="2025-12-10T05:08:04.325" v="132" actId="47"/>
        <pc:sldMkLst>
          <pc:docMk/>
          <pc:sldMk cId="1688511266" sldId="258"/>
        </pc:sldMkLst>
      </pc:sldChg>
      <pc:sldChg chg="ord">
        <pc:chgData name="Sejal Naik" userId="96f2d8d9-db69-4f7a-9fe8-000b77b2914f" providerId="ADAL" clId="{0454E56D-548D-4AD3-894F-8B60768EEBAA}" dt="2025-12-09T20:26:36.556" v="126"/>
        <pc:sldMkLst>
          <pc:docMk/>
          <pc:sldMk cId="2500593508" sldId="2147473785"/>
        </pc:sldMkLst>
      </pc:sldChg>
      <pc:sldChg chg="ord">
        <pc:chgData name="Sejal Naik" userId="96f2d8d9-db69-4f7a-9fe8-000b77b2914f" providerId="ADAL" clId="{0454E56D-548D-4AD3-894F-8B60768EEBAA}" dt="2025-12-11T06:48:08.162" v="148"/>
        <pc:sldMkLst>
          <pc:docMk/>
          <pc:sldMk cId="1310128706" sldId="2147473786"/>
        </pc:sldMkLst>
      </pc:sldChg>
      <pc:sldChg chg="addSp delSp modSp add mod ord">
        <pc:chgData name="Sejal Naik" userId="96f2d8d9-db69-4f7a-9fe8-000b77b2914f" providerId="ADAL" clId="{0454E56D-548D-4AD3-894F-8B60768EEBAA}" dt="2025-12-09T14:47:42.373" v="23" actId="1076"/>
        <pc:sldMkLst>
          <pc:docMk/>
          <pc:sldMk cId="803389302" sldId="2147473799"/>
        </pc:sldMkLst>
        <pc:spChg chg="mod">
          <ac:chgData name="Sejal Naik" userId="96f2d8d9-db69-4f7a-9fe8-000b77b2914f" providerId="ADAL" clId="{0454E56D-548D-4AD3-894F-8B60768EEBAA}" dt="2025-12-09T14:47:42.373" v="23" actId="1076"/>
          <ac:spMkLst>
            <pc:docMk/>
            <pc:sldMk cId="803389302" sldId="2147473799"/>
            <ac:spMk id="2" creationId="{EEA5FA6A-FDC9-492D-A367-6D92F2CB0250}"/>
          </ac:spMkLst>
        </pc:spChg>
        <pc:spChg chg="mod">
          <ac:chgData name="Sejal Naik" userId="96f2d8d9-db69-4f7a-9fe8-000b77b2914f" providerId="ADAL" clId="{0454E56D-548D-4AD3-894F-8B60768EEBAA}" dt="2025-12-09T14:47:21.669" v="18"/>
          <ac:spMkLst>
            <pc:docMk/>
            <pc:sldMk cId="803389302" sldId="2147473799"/>
            <ac:spMk id="20" creationId="{E2C5338F-70DA-EFFC-6855-CF78E6E3EA3B}"/>
          </ac:spMkLst>
        </pc:spChg>
        <pc:spChg chg="mod">
          <ac:chgData name="Sejal Naik" userId="96f2d8d9-db69-4f7a-9fe8-000b77b2914f" providerId="ADAL" clId="{0454E56D-548D-4AD3-894F-8B60768EEBAA}" dt="2025-12-09T14:47:21.669" v="18"/>
          <ac:spMkLst>
            <pc:docMk/>
            <pc:sldMk cId="803389302" sldId="2147473799"/>
            <ac:spMk id="61" creationId="{C779E5F6-2DED-F383-EC74-A63527BA88F5}"/>
          </ac:spMkLst>
        </pc:spChg>
        <pc:spChg chg="mod">
          <ac:chgData name="Sejal Naik" userId="96f2d8d9-db69-4f7a-9fe8-000b77b2914f" providerId="ADAL" clId="{0454E56D-548D-4AD3-894F-8B60768EEBAA}" dt="2025-12-09T14:47:21.669" v="18"/>
          <ac:spMkLst>
            <pc:docMk/>
            <pc:sldMk cId="803389302" sldId="2147473799"/>
            <ac:spMk id="74" creationId="{CFB638EB-3D2D-47DF-69C2-292B828A23A1}"/>
          </ac:spMkLst>
        </pc:spChg>
        <pc:spChg chg="mod">
          <ac:chgData name="Sejal Naik" userId="96f2d8d9-db69-4f7a-9fe8-000b77b2914f" providerId="ADAL" clId="{0454E56D-548D-4AD3-894F-8B60768EEBAA}" dt="2025-12-09T14:47:21.669" v="18"/>
          <ac:spMkLst>
            <pc:docMk/>
            <pc:sldMk cId="803389302" sldId="2147473799"/>
            <ac:spMk id="99" creationId="{DF527CF7-BECC-8214-E870-53705DEB0C02}"/>
          </ac:spMkLst>
        </pc:spChg>
        <pc:spChg chg="mod">
          <ac:chgData name="Sejal Naik" userId="96f2d8d9-db69-4f7a-9fe8-000b77b2914f" providerId="ADAL" clId="{0454E56D-548D-4AD3-894F-8B60768EEBAA}" dt="2025-12-09T14:47:21.669" v="18"/>
          <ac:spMkLst>
            <pc:docMk/>
            <pc:sldMk cId="803389302" sldId="2147473799"/>
            <ac:spMk id="111" creationId="{9BD3DE30-9BC5-1325-7E7B-40934BE0AFF8}"/>
          </ac:spMkLst>
        </pc:spChg>
        <pc:spChg chg="mod">
          <ac:chgData name="Sejal Naik" userId="96f2d8d9-db69-4f7a-9fe8-000b77b2914f" providerId="ADAL" clId="{0454E56D-548D-4AD3-894F-8B60768EEBAA}" dt="2025-12-09T14:47:21.669" v="18"/>
          <ac:spMkLst>
            <pc:docMk/>
            <pc:sldMk cId="803389302" sldId="2147473799"/>
            <ac:spMk id="115" creationId="{3E375DA0-5853-EB85-B597-E9FA0E8DB4B7}"/>
          </ac:spMkLst>
        </pc:spChg>
        <pc:spChg chg="mod">
          <ac:chgData name="Sejal Naik" userId="96f2d8d9-db69-4f7a-9fe8-000b77b2914f" providerId="ADAL" clId="{0454E56D-548D-4AD3-894F-8B60768EEBAA}" dt="2025-12-09T14:47:21.669" v="18"/>
          <ac:spMkLst>
            <pc:docMk/>
            <pc:sldMk cId="803389302" sldId="2147473799"/>
            <ac:spMk id="119" creationId="{4870ACF9-2E92-250C-D52B-48EFDB1DBD6C}"/>
          </ac:spMkLst>
        </pc:spChg>
        <pc:spChg chg="mod">
          <ac:chgData name="Sejal Naik" userId="96f2d8d9-db69-4f7a-9fe8-000b77b2914f" providerId="ADAL" clId="{0454E56D-548D-4AD3-894F-8B60768EEBAA}" dt="2025-12-09T14:47:21.669" v="18"/>
          <ac:spMkLst>
            <pc:docMk/>
            <pc:sldMk cId="803389302" sldId="2147473799"/>
            <ac:spMk id="151" creationId="{4E8F43AC-574D-FD9E-BEC2-C9F442CBF95E}"/>
          </ac:spMkLst>
        </pc:spChg>
        <pc:spChg chg="mod">
          <ac:chgData name="Sejal Naik" userId="96f2d8d9-db69-4f7a-9fe8-000b77b2914f" providerId="ADAL" clId="{0454E56D-548D-4AD3-894F-8B60768EEBAA}" dt="2025-12-09T14:47:21.669" v="18"/>
          <ac:spMkLst>
            <pc:docMk/>
            <pc:sldMk cId="803389302" sldId="2147473799"/>
            <ac:spMk id="194" creationId="{59D66D8C-6F73-082E-46DB-ECA46ABF8E6E}"/>
          </ac:spMkLst>
        </pc:spChg>
        <pc:spChg chg="mod">
          <ac:chgData name="Sejal Naik" userId="96f2d8d9-db69-4f7a-9fe8-000b77b2914f" providerId="ADAL" clId="{0454E56D-548D-4AD3-894F-8B60768EEBAA}" dt="2025-12-09T14:47:21.669" v="18"/>
          <ac:spMkLst>
            <pc:docMk/>
            <pc:sldMk cId="803389302" sldId="2147473799"/>
            <ac:spMk id="209" creationId="{217023F3-7893-F646-D70B-90121E015513}"/>
          </ac:spMkLst>
        </pc:spChg>
        <pc:grpChg chg="mod">
          <ac:chgData name="Sejal Naik" userId="96f2d8d9-db69-4f7a-9fe8-000b77b2914f" providerId="ADAL" clId="{0454E56D-548D-4AD3-894F-8B60768EEBAA}" dt="2025-12-09T14:47:23.857" v="19" actId="1076"/>
          <ac:grpSpMkLst>
            <pc:docMk/>
            <pc:sldMk cId="803389302" sldId="2147473799"/>
            <ac:grpSpMk id="6" creationId="{90F7BCB9-0C4E-93FD-639F-CCF1315AC799}"/>
          </ac:grpSpMkLst>
        </pc:grpChg>
      </pc:sldChg>
      <pc:sldChg chg="addSp delSp modSp add del mod">
        <pc:chgData name="Sejal Naik" userId="96f2d8d9-db69-4f7a-9fe8-000b77b2914f" providerId="ADAL" clId="{0454E56D-548D-4AD3-894F-8B60768EEBAA}" dt="2025-12-11T06:48:05.148" v="146" actId="47"/>
        <pc:sldMkLst>
          <pc:docMk/>
          <pc:sldMk cId="74499634" sldId="2147473800"/>
        </pc:sldMkLst>
      </pc:sldChg>
      <pc:sldChg chg="add del ord">
        <pc:chgData name="Sejal Naik" userId="96f2d8d9-db69-4f7a-9fe8-000b77b2914f" providerId="ADAL" clId="{0454E56D-548D-4AD3-894F-8B60768EEBAA}" dt="2025-12-11T06:48:13.338" v="149" actId="47"/>
        <pc:sldMkLst>
          <pc:docMk/>
          <pc:sldMk cId="129354595" sldId="2147473801"/>
        </pc:sldMkLst>
      </pc:sldChg>
      <pc:sldChg chg="add ord">
        <pc:chgData name="Sejal Naik" userId="96f2d8d9-db69-4f7a-9fe8-000b77b2914f" providerId="ADAL" clId="{0454E56D-548D-4AD3-894F-8B60768EEBAA}" dt="2025-12-10T08:53:16.788" v="145"/>
        <pc:sldMkLst>
          <pc:docMk/>
          <pc:sldMk cId="712128205" sldId="21474738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BD334-12D3-4463-A432-9928F1776D97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9520A-CEBC-4EF7-A3EB-9DF7B4E1F8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451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9520A-CEBC-4EF7-A3EB-9DF7B4E1F88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453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F502-AC76-1E45-25BF-C7523FB2D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C7D3B-3EE0-51C2-A4F5-C4D063E12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3F52C-E0E2-A88F-58E6-78B04458D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56343-DC82-4680-9C31-C2840D02651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4BA04-3063-C309-EF7D-5F827FEDB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F783D-CB4A-819D-6869-E997326B0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8757-835A-4186-812A-3A062F2C7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1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5769F-A7DA-D089-256F-C76B91AC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ABACF-9E3E-A71B-90F0-9D326BDED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8D15A-2206-348B-0569-9DA5F167B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56343-DC82-4680-9C31-C2840D02651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29817-2AF2-FCA0-0A2F-7DF4E8120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E7847-B654-5EBB-4BC8-327636BF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8757-835A-4186-812A-3A062F2C7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007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C990F-CF70-EBD1-29A3-623403CF6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5E505-8F10-0C4A-017A-390B4C9B6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D6400-7D9D-B6FF-BF34-5177EAC9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56343-DC82-4680-9C31-C2840D02651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B2952-88C5-D80E-313B-31DEA0DBE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BA36A-ECC8-ED6F-F248-7055A74F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8757-835A-4186-812A-3A062F2C7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806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AF5A-82BC-9BD9-E806-774DA91D3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C4B16-85E0-7347-3519-8F539FB34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78730-21C9-4C1C-38F1-E106FB628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87043-1077-9FA7-3F1A-1B82A9D76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56343-DC82-4680-9C31-C2840D02651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DA41B-3444-AE3F-27E2-693931E29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4BD46-82CF-6215-A407-DF6115F63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8757-835A-4186-812A-3A062F2C7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712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E0C59-D0A1-6957-10E2-FEC3A3CA5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8592D-A9DE-178B-B0B3-A72B4AA1C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5BC40-7A3E-892D-8ABF-DAF6CB21A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A13FB-F31C-740E-F242-3286A4F0B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67E530-C480-4B48-9D3A-F6BC685C0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8D94D4-7A11-A9F5-8AE9-0985C74A0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56343-DC82-4680-9C31-C2840D02651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29AD33-9F02-07F3-96D4-D74765842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4E1843-468D-55FA-D7BF-189F310A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8757-835A-4186-812A-3A062F2C7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962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F2E4E-8190-E190-EACE-CD67EB679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DF3FF2-6695-C05A-6638-0C11D4985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56343-DC82-4680-9C31-C2840D02651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670B4-81EF-D554-8AF3-34EDE612C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17D29-369C-EA3F-EBA3-E85EF727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8757-835A-4186-812A-3A062F2C7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81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994733-285E-EEC0-4A92-4B642AFA2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56343-DC82-4680-9C31-C2840D02651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B39778-3AE7-62EE-63E9-7AEEE86C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3F850-189F-6D37-44C5-892011DE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8757-835A-4186-812A-3A062F2C7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53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3CA45-98C7-489A-3BE4-59401B12E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D7900-5B3A-5EF9-EA58-B96B4025A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C450D-C231-97AE-6115-A76833D54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5550A-44A9-1C53-223F-02255554C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56343-DC82-4680-9C31-C2840D02651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C7FC0-28DD-EFC1-6CD6-9BAFD6880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10B4F-2020-C4C2-BE92-AE4B53663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8757-835A-4186-812A-3A062F2C7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814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ABF41-C891-445E-C566-40BF54B4E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716899-B070-F086-2FE2-96652BD9D9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9D82F-6BA1-B35D-BFD3-EABED40BF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2D333-E592-5635-4C63-8C46D6ABB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56343-DC82-4680-9C31-C2840D02651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CF8B7-580F-247B-BE44-3407222F0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E822E-22BB-1B18-38D7-699E68028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8757-835A-4186-812A-3A062F2C7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134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D244E-8F2F-C371-0794-BF3F013FF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2F39D-7085-BFA4-570B-F943F33C7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1ABCF-0DD0-7C42-CB69-D7E676707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56343-DC82-4680-9C31-C2840D02651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8BFFC-A07F-55C2-5E40-48AB9DF0A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D9762-BF4C-2F1D-5524-B3DED5C5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8757-835A-4186-812A-3A062F2C7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248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DE70FA-A707-6B58-8E04-03A97A555B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98357-944E-F4C4-2DE6-EC91C4616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76D1C-B60F-EE98-3D48-741E538A6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56343-DC82-4680-9C31-C2840D02651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1AC6B-4AE3-5F93-6AAC-B2C129348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52122-4C85-9CE1-5CAD-EC293DC0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8757-835A-4186-812A-3A062F2C7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32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FE64551-F2AE-F06B-F7A0-3E4042DAD454}"/>
              </a:ext>
            </a:extLst>
          </p:cNvPr>
          <p:cNvGrpSpPr/>
          <p:nvPr userDrawn="1"/>
        </p:nvGrpSpPr>
        <p:grpSpPr>
          <a:xfrm>
            <a:off x="-48262" y="-159502"/>
            <a:ext cx="246221" cy="7017502"/>
            <a:chOff x="-48262" y="-159502"/>
            <a:chExt cx="246221" cy="701750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B51B2E-2C4F-49DC-BDAE-98285DC352A6}"/>
                </a:ext>
              </a:extLst>
            </p:cNvPr>
            <p:cNvSpPr/>
            <p:nvPr/>
          </p:nvSpPr>
          <p:spPr>
            <a:xfrm>
              <a:off x="6022" y="0"/>
              <a:ext cx="137652" cy="6858000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43264C-E9E1-6100-63E2-8832FC2A9192}"/>
                </a:ext>
              </a:extLst>
            </p:cNvPr>
            <p:cNvSpPr txBox="1"/>
            <p:nvPr/>
          </p:nvSpPr>
          <p:spPr>
            <a:xfrm rot="16200000">
              <a:off x="-1224100" y="1016336"/>
              <a:ext cx="25978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</a:rPr>
                <a:t>Cogitaas AVA, Confidential &amp; Proprietary</a:t>
              </a:r>
              <a:endParaRPr lang="en-IN" sz="1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0" name="Picture 2" descr="Cogitaas | LinkedIn">
            <a:extLst>
              <a:ext uri="{FF2B5EF4-FFF2-40B4-BE49-F238E27FC236}">
                <a16:creationId xmlns:a16="http://schemas.microsoft.com/office/drawing/2014/main" id="{BE5C97B7-C37F-E339-1823-F2F0BF47321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4" t="30527" r="8684" b="26053"/>
          <a:stretch/>
        </p:blipFill>
        <p:spPr bwMode="auto">
          <a:xfrm>
            <a:off x="11484495" y="6452186"/>
            <a:ext cx="598171" cy="31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469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3F241B-5639-6B29-FFA7-92E0A0F78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E6886-236A-C5C8-5991-B3EBBAD98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837E8-1B2B-2B2D-F65B-832B5DA05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C56343-DC82-4680-9C31-C2840D026514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0607B-644B-1AA7-48FE-288CEE86F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4A8F8-987A-41C2-37EF-B49691D66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AB8757-835A-4186-812A-3A062F2C7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24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0E998-6E24-CE39-F0A7-83DC0CC0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A5FA6A-FDC9-492D-A367-6D92F2CB0250}"/>
              </a:ext>
            </a:extLst>
          </p:cNvPr>
          <p:cNvSpPr txBox="1"/>
          <p:nvPr/>
        </p:nvSpPr>
        <p:spPr>
          <a:xfrm>
            <a:off x="656445" y="2664841"/>
            <a:ext cx="5587973" cy="6556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algn="l">
              <a:lnSpc>
                <a:spcPct val="80000"/>
              </a:lnSpc>
              <a:defRPr sz="1800" b="1" spc="-64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lnSpc>
                <a:spcPct val="80000"/>
              </a:lnSpc>
              <a:defRPr sz="3188" b="1" spc="-64">
                <a:solidFill>
                  <a:srgbClr val="000000"/>
                </a:solidFill>
              </a:defRPr>
            </a:lvl2pPr>
            <a:lvl3pPr algn="l">
              <a:lnSpc>
                <a:spcPct val="80000"/>
              </a:lnSpc>
              <a:defRPr sz="3188" b="1" spc="-64">
                <a:solidFill>
                  <a:srgbClr val="000000"/>
                </a:solidFill>
              </a:defRPr>
            </a:lvl3pPr>
            <a:lvl4pPr algn="l">
              <a:lnSpc>
                <a:spcPct val="80000"/>
              </a:lnSpc>
              <a:defRPr sz="3188" b="1" spc="-64">
                <a:solidFill>
                  <a:srgbClr val="000000"/>
                </a:solidFill>
              </a:defRPr>
            </a:lvl4pPr>
            <a:lvl5pPr algn="l">
              <a:lnSpc>
                <a:spcPct val="80000"/>
              </a:lnSpc>
              <a:defRPr sz="3188" b="1" spc="-64">
                <a:solidFill>
                  <a:srgbClr val="000000"/>
                </a:solidFill>
              </a:defRPr>
            </a:lvl5pPr>
            <a:lvl6pPr algn="l">
              <a:lnSpc>
                <a:spcPct val="80000"/>
              </a:lnSpc>
              <a:defRPr sz="3188" b="1" spc="-64">
                <a:solidFill>
                  <a:srgbClr val="000000"/>
                </a:solidFill>
              </a:defRPr>
            </a:lvl6pPr>
            <a:lvl7pPr algn="l">
              <a:lnSpc>
                <a:spcPct val="80000"/>
              </a:lnSpc>
              <a:defRPr sz="3188" b="1" spc="-64">
                <a:solidFill>
                  <a:srgbClr val="000000"/>
                </a:solidFill>
              </a:defRPr>
            </a:lvl7pPr>
            <a:lvl8pPr algn="l">
              <a:lnSpc>
                <a:spcPct val="80000"/>
              </a:lnSpc>
              <a:defRPr sz="3188" b="1" spc="-64">
                <a:solidFill>
                  <a:srgbClr val="000000"/>
                </a:solidFill>
              </a:defRPr>
            </a:lvl8pPr>
            <a:lvl9pPr algn="l">
              <a:lnSpc>
                <a:spcPct val="80000"/>
              </a:lnSpc>
              <a:defRPr sz="3188" b="1" spc="-64">
                <a:solidFill>
                  <a:srgbClr val="000000"/>
                </a:solidFill>
              </a:defRPr>
            </a:lvl9pPr>
          </a:lstStyle>
          <a:p>
            <a:pPr lvl="0" defTabSz="457200">
              <a:defRPr/>
            </a:pPr>
            <a:r>
              <a:rPr lang="en-US" sz="3000" dirty="0">
                <a:solidFill>
                  <a:schemeClr val="accent1"/>
                </a:solidFill>
                <a:latin typeface="Rockwell" panose="02060603020205020403" pitchFamily="18" charset="0"/>
              </a:rPr>
              <a:t>Consumer Surplus Factor (CSF) Workflow</a:t>
            </a:r>
            <a:endParaRPr kumimoji="0" lang="en-US" sz="3000" b="1" i="0" u="none" strike="noStrike" kern="1200" cap="none" spc="-64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Rockwell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6" name="Google Shape;4349;p48">
            <a:extLst>
              <a:ext uri="{FF2B5EF4-FFF2-40B4-BE49-F238E27FC236}">
                <a16:creationId xmlns:a16="http://schemas.microsoft.com/office/drawing/2014/main" id="{90F7BCB9-0C4E-93FD-639F-CCF1315AC799}"/>
              </a:ext>
            </a:extLst>
          </p:cNvPr>
          <p:cNvGrpSpPr/>
          <p:nvPr/>
        </p:nvGrpSpPr>
        <p:grpSpPr>
          <a:xfrm>
            <a:off x="7549738" y="2019339"/>
            <a:ext cx="3959303" cy="4297353"/>
            <a:chOff x="2181300" y="231400"/>
            <a:chExt cx="4262637" cy="4762499"/>
          </a:xfrm>
        </p:grpSpPr>
        <p:sp>
          <p:nvSpPr>
            <p:cNvPr id="7" name="Google Shape;4350;p48">
              <a:extLst>
                <a:ext uri="{FF2B5EF4-FFF2-40B4-BE49-F238E27FC236}">
                  <a16:creationId xmlns:a16="http://schemas.microsoft.com/office/drawing/2014/main" id="{15C64ABC-7DCB-FF6A-639A-B7746F096CDE}"/>
                </a:ext>
              </a:extLst>
            </p:cNvPr>
            <p:cNvSpPr/>
            <p:nvPr/>
          </p:nvSpPr>
          <p:spPr>
            <a:xfrm>
              <a:off x="4504120" y="3382365"/>
              <a:ext cx="236644" cy="133254"/>
            </a:xfrm>
            <a:custGeom>
              <a:avLst/>
              <a:gdLst/>
              <a:ahLst/>
              <a:cxnLst/>
              <a:rect l="l" t="t" r="r" b="b"/>
              <a:pathLst>
                <a:path w="236644" h="133254" extrusionOk="0">
                  <a:moveTo>
                    <a:pt x="125355" y="133255"/>
                  </a:moveTo>
                  <a:lnTo>
                    <a:pt x="0" y="64389"/>
                  </a:lnTo>
                  <a:lnTo>
                    <a:pt x="111289" y="0"/>
                  </a:lnTo>
                  <a:lnTo>
                    <a:pt x="236644" y="68866"/>
                  </a:lnTo>
                  <a:lnTo>
                    <a:pt x="125355" y="13325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4351;p48">
              <a:extLst>
                <a:ext uri="{FF2B5EF4-FFF2-40B4-BE49-F238E27FC236}">
                  <a16:creationId xmlns:a16="http://schemas.microsoft.com/office/drawing/2014/main" id="{9566F998-5D0B-360C-48EE-6BBAD19210C4}"/>
                </a:ext>
              </a:extLst>
            </p:cNvPr>
            <p:cNvSpPr/>
            <p:nvPr/>
          </p:nvSpPr>
          <p:spPr>
            <a:xfrm>
              <a:off x="5178128" y="3780033"/>
              <a:ext cx="236549" cy="133254"/>
            </a:xfrm>
            <a:custGeom>
              <a:avLst/>
              <a:gdLst/>
              <a:ahLst/>
              <a:cxnLst/>
              <a:rect l="l" t="t" r="r" b="b"/>
              <a:pathLst>
                <a:path w="236549" h="133254" extrusionOk="0">
                  <a:moveTo>
                    <a:pt x="125355" y="133255"/>
                  </a:moveTo>
                  <a:lnTo>
                    <a:pt x="0" y="64294"/>
                  </a:lnTo>
                  <a:lnTo>
                    <a:pt x="111290" y="0"/>
                  </a:lnTo>
                  <a:lnTo>
                    <a:pt x="236549" y="68866"/>
                  </a:lnTo>
                  <a:lnTo>
                    <a:pt x="125355" y="13325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4352;p48">
              <a:extLst>
                <a:ext uri="{FF2B5EF4-FFF2-40B4-BE49-F238E27FC236}">
                  <a16:creationId xmlns:a16="http://schemas.microsoft.com/office/drawing/2014/main" id="{F22037F8-167E-B9F1-A32A-D8B1CBEAA1F5}"/>
                </a:ext>
              </a:extLst>
            </p:cNvPr>
            <p:cNvSpPr/>
            <p:nvPr/>
          </p:nvSpPr>
          <p:spPr>
            <a:xfrm>
              <a:off x="4560192" y="2212790"/>
              <a:ext cx="494767" cy="1273873"/>
            </a:xfrm>
            <a:custGeom>
              <a:avLst/>
              <a:gdLst/>
              <a:ahLst/>
              <a:cxnLst/>
              <a:rect l="l" t="t" r="r" b="b"/>
              <a:pathLst>
                <a:path w="494767" h="1273873" extrusionOk="0">
                  <a:moveTo>
                    <a:pt x="118227" y="1273874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767" y="68389"/>
                  </a:lnTo>
                  <a:lnTo>
                    <a:pt x="118227" y="127387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4353;p48">
              <a:extLst>
                <a:ext uri="{FF2B5EF4-FFF2-40B4-BE49-F238E27FC236}">
                  <a16:creationId xmlns:a16="http://schemas.microsoft.com/office/drawing/2014/main" id="{D66B5AFD-9C35-AE37-F4E2-DF311B5F42C7}"/>
                </a:ext>
              </a:extLst>
            </p:cNvPr>
            <p:cNvSpPr/>
            <p:nvPr/>
          </p:nvSpPr>
          <p:spPr>
            <a:xfrm>
              <a:off x="4629475" y="2174500"/>
              <a:ext cx="494671" cy="1273873"/>
            </a:xfrm>
            <a:custGeom>
              <a:avLst/>
              <a:gdLst/>
              <a:ahLst/>
              <a:cxnLst/>
              <a:rect l="l" t="t" r="r" b="b"/>
              <a:pathLst>
                <a:path w="494671" h="1273873" extrusionOk="0">
                  <a:moveTo>
                    <a:pt x="118227" y="1273873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672" y="68389"/>
                  </a:lnTo>
                  <a:lnTo>
                    <a:pt x="118227" y="1273873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4354;p48">
              <a:extLst>
                <a:ext uri="{FF2B5EF4-FFF2-40B4-BE49-F238E27FC236}">
                  <a16:creationId xmlns:a16="http://schemas.microsoft.com/office/drawing/2014/main" id="{CCD686A5-7894-CF38-C4BC-461321366118}"/>
                </a:ext>
              </a:extLst>
            </p:cNvPr>
            <p:cNvSpPr/>
            <p:nvPr/>
          </p:nvSpPr>
          <p:spPr>
            <a:xfrm>
              <a:off x="4560192" y="2212790"/>
              <a:ext cx="494767" cy="1273873"/>
            </a:xfrm>
            <a:custGeom>
              <a:avLst/>
              <a:gdLst/>
              <a:ahLst/>
              <a:cxnLst/>
              <a:rect l="l" t="t" r="r" b="b"/>
              <a:pathLst>
                <a:path w="494767" h="1273873" extrusionOk="0">
                  <a:moveTo>
                    <a:pt x="118227" y="1273874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767" y="68389"/>
                  </a:lnTo>
                  <a:lnTo>
                    <a:pt x="118227" y="127387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4355;p48">
              <a:extLst>
                <a:ext uri="{FF2B5EF4-FFF2-40B4-BE49-F238E27FC236}">
                  <a16:creationId xmlns:a16="http://schemas.microsoft.com/office/drawing/2014/main" id="{7BAC86CC-C8E4-C158-FA40-E38D4445EC34}"/>
                </a:ext>
              </a:extLst>
            </p:cNvPr>
            <p:cNvSpPr/>
            <p:nvPr/>
          </p:nvSpPr>
          <p:spPr>
            <a:xfrm>
              <a:off x="5160832" y="2249175"/>
              <a:ext cx="281692" cy="1586388"/>
            </a:xfrm>
            <a:custGeom>
              <a:avLst/>
              <a:gdLst/>
              <a:ahLst/>
              <a:cxnLst/>
              <a:rect l="l" t="t" r="r" b="b"/>
              <a:pathLst>
                <a:path w="281692" h="1586388" extrusionOk="0">
                  <a:moveTo>
                    <a:pt x="281692" y="1586389"/>
                  </a:moveTo>
                  <a:lnTo>
                    <a:pt x="162610" y="1517428"/>
                  </a:lnTo>
                  <a:lnTo>
                    <a:pt x="0" y="0"/>
                  </a:lnTo>
                  <a:lnTo>
                    <a:pt x="118227" y="68485"/>
                  </a:lnTo>
                  <a:lnTo>
                    <a:pt x="281692" y="1586389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4356;p48">
              <a:extLst>
                <a:ext uri="{FF2B5EF4-FFF2-40B4-BE49-F238E27FC236}">
                  <a16:creationId xmlns:a16="http://schemas.microsoft.com/office/drawing/2014/main" id="{85B9DF5C-99E2-4D45-5003-5D37CA47C390}"/>
                </a:ext>
              </a:extLst>
            </p:cNvPr>
            <p:cNvSpPr/>
            <p:nvPr/>
          </p:nvSpPr>
          <p:spPr>
            <a:xfrm>
              <a:off x="5078053" y="2296515"/>
              <a:ext cx="281692" cy="1586388"/>
            </a:xfrm>
            <a:custGeom>
              <a:avLst/>
              <a:gdLst/>
              <a:ahLst/>
              <a:cxnLst/>
              <a:rect l="l" t="t" r="r" b="b"/>
              <a:pathLst>
                <a:path w="281692" h="1586388" extrusionOk="0">
                  <a:moveTo>
                    <a:pt x="281692" y="1586389"/>
                  </a:moveTo>
                  <a:lnTo>
                    <a:pt x="162610" y="1517428"/>
                  </a:lnTo>
                  <a:lnTo>
                    <a:pt x="0" y="0"/>
                  </a:lnTo>
                  <a:lnTo>
                    <a:pt x="118227" y="68390"/>
                  </a:lnTo>
                  <a:lnTo>
                    <a:pt x="281692" y="1586389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4357;p48">
              <a:extLst>
                <a:ext uri="{FF2B5EF4-FFF2-40B4-BE49-F238E27FC236}">
                  <a16:creationId xmlns:a16="http://schemas.microsoft.com/office/drawing/2014/main" id="{29162AB1-8428-346D-2D19-495A1B50CA3F}"/>
                </a:ext>
              </a:extLst>
            </p:cNvPr>
            <p:cNvSpPr/>
            <p:nvPr/>
          </p:nvSpPr>
          <p:spPr>
            <a:xfrm>
              <a:off x="4075404" y="1596713"/>
              <a:ext cx="2321774" cy="1343501"/>
            </a:xfrm>
            <a:custGeom>
              <a:avLst/>
              <a:gdLst/>
              <a:ahLst/>
              <a:cxnLst/>
              <a:rect l="l" t="t" r="r" b="b"/>
              <a:pathLst>
                <a:path w="2321774" h="1343501" extrusionOk="0">
                  <a:moveTo>
                    <a:pt x="2221415" y="1343501"/>
                  </a:moveTo>
                  <a:lnTo>
                    <a:pt x="0" y="58103"/>
                  </a:lnTo>
                  <a:lnTo>
                    <a:pt x="100360" y="0"/>
                  </a:lnTo>
                  <a:lnTo>
                    <a:pt x="2321775" y="1285399"/>
                  </a:lnTo>
                  <a:lnTo>
                    <a:pt x="2221415" y="1343501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4358;p48">
              <a:extLst>
                <a:ext uri="{FF2B5EF4-FFF2-40B4-BE49-F238E27FC236}">
                  <a16:creationId xmlns:a16="http://schemas.microsoft.com/office/drawing/2014/main" id="{87F7FCB7-3521-1D89-0CAE-A3C02C05C2DD}"/>
                </a:ext>
              </a:extLst>
            </p:cNvPr>
            <p:cNvSpPr/>
            <p:nvPr/>
          </p:nvSpPr>
          <p:spPr>
            <a:xfrm>
              <a:off x="4075404" y="1654530"/>
              <a:ext cx="2221415" cy="1401603"/>
            </a:xfrm>
            <a:custGeom>
              <a:avLst/>
              <a:gdLst/>
              <a:ahLst/>
              <a:cxnLst/>
              <a:rect l="l" t="t" r="r" b="b"/>
              <a:pathLst>
                <a:path w="2221415" h="1401603" extrusionOk="0">
                  <a:moveTo>
                    <a:pt x="2221415" y="1401604"/>
                  </a:moveTo>
                  <a:lnTo>
                    <a:pt x="0" y="116205"/>
                  </a:lnTo>
                  <a:lnTo>
                    <a:pt x="0" y="0"/>
                  </a:lnTo>
                  <a:lnTo>
                    <a:pt x="2221415" y="1285399"/>
                  </a:lnTo>
                  <a:lnTo>
                    <a:pt x="2221415" y="140160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4359;p48">
              <a:extLst>
                <a:ext uri="{FF2B5EF4-FFF2-40B4-BE49-F238E27FC236}">
                  <a16:creationId xmlns:a16="http://schemas.microsoft.com/office/drawing/2014/main" id="{6C64B2A0-3CA8-7618-EDCE-2FCD420A848F}"/>
                </a:ext>
              </a:extLst>
            </p:cNvPr>
            <p:cNvSpPr/>
            <p:nvPr/>
          </p:nvSpPr>
          <p:spPr>
            <a:xfrm>
              <a:off x="4206176" y="231400"/>
              <a:ext cx="2045689" cy="2621660"/>
            </a:xfrm>
            <a:custGeom>
              <a:avLst/>
              <a:gdLst/>
              <a:ahLst/>
              <a:cxnLst/>
              <a:rect l="l" t="t" r="r" b="b"/>
              <a:pathLst>
                <a:path w="2045689" h="2621660" extrusionOk="0">
                  <a:moveTo>
                    <a:pt x="2045690" y="2621661"/>
                  </a:moveTo>
                  <a:lnTo>
                    <a:pt x="0" y="1437894"/>
                  </a:lnTo>
                  <a:lnTo>
                    <a:pt x="0" y="0"/>
                  </a:lnTo>
                  <a:lnTo>
                    <a:pt x="2045690" y="1183767"/>
                  </a:lnTo>
                  <a:lnTo>
                    <a:pt x="2045690" y="262166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4360;p48">
              <a:extLst>
                <a:ext uri="{FF2B5EF4-FFF2-40B4-BE49-F238E27FC236}">
                  <a16:creationId xmlns:a16="http://schemas.microsoft.com/office/drawing/2014/main" id="{3857E73B-D8D1-3745-5736-CC1BC3110BCA}"/>
                </a:ext>
              </a:extLst>
            </p:cNvPr>
            <p:cNvSpPr/>
            <p:nvPr/>
          </p:nvSpPr>
          <p:spPr>
            <a:xfrm>
              <a:off x="6296819" y="2879159"/>
              <a:ext cx="101975" cy="176974"/>
            </a:xfrm>
            <a:custGeom>
              <a:avLst/>
              <a:gdLst/>
              <a:ahLst/>
              <a:cxnLst/>
              <a:rect l="l" t="t" r="r" b="b"/>
              <a:pathLst>
                <a:path w="101975" h="176974" extrusionOk="0">
                  <a:moveTo>
                    <a:pt x="101975" y="118015"/>
                  </a:moveTo>
                  <a:lnTo>
                    <a:pt x="0" y="176974"/>
                  </a:lnTo>
                  <a:lnTo>
                    <a:pt x="0" y="58960"/>
                  </a:lnTo>
                  <a:lnTo>
                    <a:pt x="101975" y="0"/>
                  </a:lnTo>
                  <a:lnTo>
                    <a:pt x="101975" y="118015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4361;p48">
              <a:extLst>
                <a:ext uri="{FF2B5EF4-FFF2-40B4-BE49-F238E27FC236}">
                  <a16:creationId xmlns:a16="http://schemas.microsoft.com/office/drawing/2014/main" id="{E93E9C29-DC5B-23D6-1A88-C9260E5F55F7}"/>
                </a:ext>
              </a:extLst>
            </p:cNvPr>
            <p:cNvSpPr/>
            <p:nvPr/>
          </p:nvSpPr>
          <p:spPr>
            <a:xfrm>
              <a:off x="4356811" y="496480"/>
              <a:ext cx="169452" cy="163353"/>
            </a:xfrm>
            <a:custGeom>
              <a:avLst/>
              <a:gdLst/>
              <a:ahLst/>
              <a:cxnLst/>
              <a:rect l="l" t="t" r="r" b="b"/>
              <a:pathLst>
                <a:path w="169452" h="163353" extrusionOk="0">
                  <a:moveTo>
                    <a:pt x="169453" y="163354"/>
                  </a:moveTo>
                  <a:lnTo>
                    <a:pt x="0" y="65341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35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4362;p48">
              <a:extLst>
                <a:ext uri="{FF2B5EF4-FFF2-40B4-BE49-F238E27FC236}">
                  <a16:creationId xmlns:a16="http://schemas.microsoft.com/office/drawing/2014/main" id="{BF22A827-90E1-4CA3-4B36-3296A2515E43}"/>
                </a:ext>
              </a:extLst>
            </p:cNvPr>
            <p:cNvSpPr/>
            <p:nvPr/>
          </p:nvSpPr>
          <p:spPr>
            <a:xfrm>
              <a:off x="4598397" y="636212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4363;p48">
              <a:extLst>
                <a:ext uri="{FF2B5EF4-FFF2-40B4-BE49-F238E27FC236}">
                  <a16:creationId xmlns:a16="http://schemas.microsoft.com/office/drawing/2014/main" id="{E2C5338F-70DA-EFFC-6855-CF78E6E3EA3B}"/>
                </a:ext>
              </a:extLst>
            </p:cNvPr>
            <p:cNvSpPr/>
            <p:nvPr/>
          </p:nvSpPr>
          <p:spPr>
            <a:xfrm>
              <a:off x="4356811" y="619924"/>
              <a:ext cx="169452" cy="163353"/>
            </a:xfrm>
            <a:custGeom>
              <a:avLst/>
              <a:gdLst/>
              <a:ahLst/>
              <a:cxnLst/>
              <a:rect l="l" t="t" r="r" b="b"/>
              <a:pathLst>
                <a:path w="169452" h="163353" extrusionOk="0">
                  <a:moveTo>
                    <a:pt x="169453" y="163354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35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4364;p48">
              <a:extLst>
                <a:ext uri="{FF2B5EF4-FFF2-40B4-BE49-F238E27FC236}">
                  <a16:creationId xmlns:a16="http://schemas.microsoft.com/office/drawing/2014/main" id="{19784C52-50F9-3F81-FB61-C83CE6E3BEC4}"/>
                </a:ext>
              </a:extLst>
            </p:cNvPr>
            <p:cNvSpPr/>
            <p:nvPr/>
          </p:nvSpPr>
          <p:spPr>
            <a:xfrm>
              <a:off x="4598397" y="759656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4365;p48">
              <a:extLst>
                <a:ext uri="{FF2B5EF4-FFF2-40B4-BE49-F238E27FC236}">
                  <a16:creationId xmlns:a16="http://schemas.microsoft.com/office/drawing/2014/main" id="{907FDE0D-69B5-6B3F-DD18-DED9F4F1F35C}"/>
                </a:ext>
              </a:extLst>
            </p:cNvPr>
            <p:cNvSpPr/>
            <p:nvPr/>
          </p:nvSpPr>
          <p:spPr>
            <a:xfrm>
              <a:off x="4356811" y="761466"/>
              <a:ext cx="169452" cy="163448"/>
            </a:xfrm>
            <a:custGeom>
              <a:avLst/>
              <a:gdLst/>
              <a:ahLst/>
              <a:cxnLst/>
              <a:rect l="l" t="t" r="r" b="b"/>
              <a:pathLst>
                <a:path w="169452" h="163448" extrusionOk="0">
                  <a:moveTo>
                    <a:pt x="169453" y="16344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169453" y="98107"/>
                  </a:lnTo>
                  <a:lnTo>
                    <a:pt x="169453" y="16344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4366;p48">
              <a:extLst>
                <a:ext uri="{FF2B5EF4-FFF2-40B4-BE49-F238E27FC236}">
                  <a16:creationId xmlns:a16="http://schemas.microsoft.com/office/drawing/2014/main" id="{71F26782-99EE-05E4-4C0F-50FAF12C98D3}"/>
                </a:ext>
              </a:extLst>
            </p:cNvPr>
            <p:cNvSpPr/>
            <p:nvPr/>
          </p:nvSpPr>
          <p:spPr>
            <a:xfrm>
              <a:off x="4598397" y="901293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4367;p48">
              <a:extLst>
                <a:ext uri="{FF2B5EF4-FFF2-40B4-BE49-F238E27FC236}">
                  <a16:creationId xmlns:a16="http://schemas.microsoft.com/office/drawing/2014/main" id="{7580CB8B-7EC1-6E5F-3CDD-CDFB889C8DE0}"/>
                </a:ext>
              </a:extLst>
            </p:cNvPr>
            <p:cNvSpPr/>
            <p:nvPr/>
          </p:nvSpPr>
          <p:spPr>
            <a:xfrm>
              <a:off x="4356811" y="903102"/>
              <a:ext cx="169452" cy="163449"/>
            </a:xfrm>
            <a:custGeom>
              <a:avLst/>
              <a:gdLst/>
              <a:ahLst/>
              <a:cxnLst/>
              <a:rect l="l" t="t" r="r" b="b"/>
              <a:pathLst>
                <a:path w="169452" h="163449" extrusionOk="0">
                  <a:moveTo>
                    <a:pt x="169453" y="16344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44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4368;p48">
              <a:extLst>
                <a:ext uri="{FF2B5EF4-FFF2-40B4-BE49-F238E27FC236}">
                  <a16:creationId xmlns:a16="http://schemas.microsoft.com/office/drawing/2014/main" id="{F49BA832-FCB7-FA81-B276-44127991457A}"/>
                </a:ext>
              </a:extLst>
            </p:cNvPr>
            <p:cNvSpPr/>
            <p:nvPr/>
          </p:nvSpPr>
          <p:spPr>
            <a:xfrm>
              <a:off x="4598397" y="1042929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4369;p48">
              <a:extLst>
                <a:ext uri="{FF2B5EF4-FFF2-40B4-BE49-F238E27FC236}">
                  <a16:creationId xmlns:a16="http://schemas.microsoft.com/office/drawing/2014/main" id="{0DFD79DE-DC5A-E5D9-564B-4985A1B8F99E}"/>
                </a:ext>
              </a:extLst>
            </p:cNvPr>
            <p:cNvSpPr/>
            <p:nvPr/>
          </p:nvSpPr>
          <p:spPr>
            <a:xfrm>
              <a:off x="5115879" y="982814"/>
              <a:ext cx="204046" cy="276142"/>
            </a:xfrm>
            <a:custGeom>
              <a:avLst/>
              <a:gdLst/>
              <a:ahLst/>
              <a:cxnLst/>
              <a:rect l="l" t="t" r="r" b="b"/>
              <a:pathLst>
                <a:path w="204046" h="276142" extrusionOk="0">
                  <a:moveTo>
                    <a:pt x="665" y="41256"/>
                  </a:moveTo>
                  <a:cubicBezTo>
                    <a:pt x="38205" y="-7321"/>
                    <a:pt x="105207" y="-15132"/>
                    <a:pt x="182188" y="29255"/>
                  </a:cubicBezTo>
                  <a:cubicBezTo>
                    <a:pt x="189601" y="33541"/>
                    <a:pt x="196918" y="38208"/>
                    <a:pt x="204046" y="43161"/>
                  </a:cubicBezTo>
                  <a:lnTo>
                    <a:pt x="182663" y="276143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4399FF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4370;p48">
              <a:extLst>
                <a:ext uri="{FF2B5EF4-FFF2-40B4-BE49-F238E27FC236}">
                  <a16:creationId xmlns:a16="http://schemas.microsoft.com/office/drawing/2014/main" id="{ECB3EF93-AC0F-C18E-4C08-678E16DD3168}"/>
                </a:ext>
              </a:extLst>
            </p:cNvPr>
            <p:cNvSpPr/>
            <p:nvPr/>
          </p:nvSpPr>
          <p:spPr>
            <a:xfrm>
              <a:off x="5297876" y="1025975"/>
              <a:ext cx="199579" cy="260699"/>
            </a:xfrm>
            <a:custGeom>
              <a:avLst/>
              <a:gdLst/>
              <a:ahLst/>
              <a:cxnLst/>
              <a:rect l="l" t="t" r="r" b="b"/>
              <a:pathLst>
                <a:path w="199579" h="260699" extrusionOk="0">
                  <a:moveTo>
                    <a:pt x="199580" y="260699"/>
                  </a:moveTo>
                  <a:lnTo>
                    <a:pt x="0" y="232981"/>
                  </a:lnTo>
                  <a:lnTo>
                    <a:pt x="21859" y="0"/>
                  </a:lnTo>
                  <a:cubicBezTo>
                    <a:pt x="103591" y="56864"/>
                    <a:pt x="171733" y="158972"/>
                    <a:pt x="199580" y="260699"/>
                  </a:cubicBez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4371;p48">
              <a:extLst>
                <a:ext uri="{FF2B5EF4-FFF2-40B4-BE49-F238E27FC236}">
                  <a16:creationId xmlns:a16="http://schemas.microsoft.com/office/drawing/2014/main" id="{82090AE7-854E-68B3-BDCF-D39D2D6D0241}"/>
                </a:ext>
              </a:extLst>
            </p:cNvPr>
            <p:cNvSpPr/>
            <p:nvPr/>
          </p:nvSpPr>
          <p:spPr>
            <a:xfrm>
              <a:off x="5298541" y="1258956"/>
              <a:ext cx="212884" cy="276193"/>
            </a:xfrm>
            <a:custGeom>
              <a:avLst/>
              <a:gdLst/>
              <a:ahLst/>
              <a:cxnLst/>
              <a:rect l="l" t="t" r="r" b="b"/>
              <a:pathLst>
                <a:path w="212884" h="276193" extrusionOk="0">
                  <a:moveTo>
                    <a:pt x="212885" y="123444"/>
                  </a:moveTo>
                  <a:cubicBezTo>
                    <a:pt x="212885" y="228219"/>
                    <a:pt x="155862" y="285369"/>
                    <a:pt x="76315" y="274987"/>
                  </a:cubicBezTo>
                  <a:lnTo>
                    <a:pt x="0" y="0"/>
                  </a:lnTo>
                  <a:lnTo>
                    <a:pt x="199580" y="27718"/>
                  </a:lnTo>
                  <a:cubicBezTo>
                    <a:pt x="208332" y="58874"/>
                    <a:pt x="212809" y="91078"/>
                    <a:pt x="212885" y="123444"/>
                  </a:cubicBezTo>
                  <a:close/>
                </a:path>
              </a:pathLst>
            </a:custGeom>
            <a:solidFill>
              <a:srgbClr val="FF4D4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4372;p48">
              <a:extLst>
                <a:ext uri="{FF2B5EF4-FFF2-40B4-BE49-F238E27FC236}">
                  <a16:creationId xmlns:a16="http://schemas.microsoft.com/office/drawing/2014/main" id="{5C93B779-7000-3156-1074-06A5C551AFB4}"/>
                </a:ext>
              </a:extLst>
            </p:cNvPr>
            <p:cNvSpPr/>
            <p:nvPr/>
          </p:nvSpPr>
          <p:spPr>
            <a:xfrm>
              <a:off x="5084706" y="1024070"/>
              <a:ext cx="290055" cy="509778"/>
            </a:xfrm>
            <a:custGeom>
              <a:avLst/>
              <a:gdLst/>
              <a:ahLst/>
              <a:cxnLst/>
              <a:rect l="l" t="t" r="r" b="b"/>
              <a:pathLst>
                <a:path w="290055" h="509778" extrusionOk="0">
                  <a:moveTo>
                    <a:pt x="31172" y="952"/>
                  </a:moveTo>
                  <a:cubicBezTo>
                    <a:pt x="11405" y="26956"/>
                    <a:pt x="0" y="64389"/>
                    <a:pt x="0" y="111442"/>
                  </a:cubicBezTo>
                  <a:cubicBezTo>
                    <a:pt x="0" y="247840"/>
                    <a:pt x="95513" y="413575"/>
                    <a:pt x="213360" y="481775"/>
                  </a:cubicBezTo>
                  <a:cubicBezTo>
                    <a:pt x="236863" y="496024"/>
                    <a:pt x="262913" y="505539"/>
                    <a:pt x="290055" y="509778"/>
                  </a:cubicBezTo>
                  <a:lnTo>
                    <a:pt x="213835" y="234886"/>
                  </a:lnTo>
                  <a:lnTo>
                    <a:pt x="323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4373;p48">
              <a:extLst>
                <a:ext uri="{FF2B5EF4-FFF2-40B4-BE49-F238E27FC236}">
                  <a16:creationId xmlns:a16="http://schemas.microsoft.com/office/drawing/2014/main" id="{B748E793-5CA3-6A0A-C6BF-2617597403A7}"/>
                </a:ext>
              </a:extLst>
            </p:cNvPr>
            <p:cNvSpPr/>
            <p:nvPr/>
          </p:nvSpPr>
          <p:spPr>
            <a:xfrm>
              <a:off x="5705494" y="1324174"/>
              <a:ext cx="204331" cy="276159"/>
            </a:xfrm>
            <a:custGeom>
              <a:avLst/>
              <a:gdLst/>
              <a:ahLst/>
              <a:cxnLst/>
              <a:rect l="l" t="t" r="r" b="b"/>
              <a:pathLst>
                <a:path w="204331" h="276159" extrusionOk="0">
                  <a:moveTo>
                    <a:pt x="950" y="41272"/>
                  </a:moveTo>
                  <a:cubicBezTo>
                    <a:pt x="38490" y="-7305"/>
                    <a:pt x="105492" y="-15116"/>
                    <a:pt x="182473" y="29176"/>
                  </a:cubicBezTo>
                  <a:cubicBezTo>
                    <a:pt x="189885" y="33462"/>
                    <a:pt x="197108" y="38129"/>
                    <a:pt x="204331" y="43178"/>
                  </a:cubicBezTo>
                  <a:lnTo>
                    <a:pt x="182283" y="276159"/>
                  </a:lnTo>
                  <a:lnTo>
                    <a:pt x="0" y="42130"/>
                  </a:lnTo>
                  <a:close/>
                </a:path>
              </a:pathLst>
            </a:custGeom>
            <a:solidFill>
              <a:srgbClr val="543526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4374;p48">
              <a:extLst>
                <a:ext uri="{FF2B5EF4-FFF2-40B4-BE49-F238E27FC236}">
                  <a16:creationId xmlns:a16="http://schemas.microsoft.com/office/drawing/2014/main" id="{1901B105-821E-5AFE-C07B-440C27AA8946}"/>
                </a:ext>
              </a:extLst>
            </p:cNvPr>
            <p:cNvSpPr/>
            <p:nvPr/>
          </p:nvSpPr>
          <p:spPr>
            <a:xfrm>
              <a:off x="5887776" y="1367351"/>
              <a:ext cx="199579" cy="260603"/>
            </a:xfrm>
            <a:custGeom>
              <a:avLst/>
              <a:gdLst/>
              <a:ahLst/>
              <a:cxnLst/>
              <a:rect l="l" t="t" r="r" b="b"/>
              <a:pathLst>
                <a:path w="199579" h="260603" extrusionOk="0">
                  <a:moveTo>
                    <a:pt x="199580" y="260604"/>
                  </a:moveTo>
                  <a:lnTo>
                    <a:pt x="0" y="232981"/>
                  </a:lnTo>
                  <a:lnTo>
                    <a:pt x="21859" y="0"/>
                  </a:lnTo>
                  <a:cubicBezTo>
                    <a:pt x="103591" y="56769"/>
                    <a:pt x="171638" y="158877"/>
                    <a:pt x="199580" y="260604"/>
                  </a:cubicBezTo>
                  <a:close/>
                </a:path>
              </a:pathLst>
            </a:custGeom>
            <a:solidFill>
              <a:srgbClr val="1B96EA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4375;p48">
              <a:extLst>
                <a:ext uri="{FF2B5EF4-FFF2-40B4-BE49-F238E27FC236}">
                  <a16:creationId xmlns:a16="http://schemas.microsoft.com/office/drawing/2014/main" id="{091D896E-FCFE-A63A-6595-033EA3BCFA49}"/>
                </a:ext>
              </a:extLst>
            </p:cNvPr>
            <p:cNvSpPr/>
            <p:nvPr/>
          </p:nvSpPr>
          <p:spPr>
            <a:xfrm>
              <a:off x="5887776" y="1600333"/>
              <a:ext cx="213550" cy="276118"/>
            </a:xfrm>
            <a:custGeom>
              <a:avLst/>
              <a:gdLst/>
              <a:ahLst/>
              <a:cxnLst/>
              <a:rect l="l" t="t" r="r" b="b"/>
              <a:pathLst>
                <a:path w="213550" h="276118" extrusionOk="0">
                  <a:moveTo>
                    <a:pt x="213550" y="123444"/>
                  </a:moveTo>
                  <a:cubicBezTo>
                    <a:pt x="213550" y="228219"/>
                    <a:pt x="156527" y="285369"/>
                    <a:pt x="76981" y="274892"/>
                  </a:cubicBezTo>
                  <a:lnTo>
                    <a:pt x="0" y="0"/>
                  </a:lnTo>
                  <a:lnTo>
                    <a:pt x="199580" y="27622"/>
                  </a:lnTo>
                  <a:cubicBezTo>
                    <a:pt x="208504" y="58788"/>
                    <a:pt x="213208" y="91021"/>
                    <a:pt x="213550" y="1234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4376;p48">
              <a:extLst>
                <a:ext uri="{FF2B5EF4-FFF2-40B4-BE49-F238E27FC236}">
                  <a16:creationId xmlns:a16="http://schemas.microsoft.com/office/drawing/2014/main" id="{BC0A6EB0-14F3-4182-3F8F-8467DF31C885}"/>
                </a:ext>
              </a:extLst>
            </p:cNvPr>
            <p:cNvSpPr/>
            <p:nvPr/>
          </p:nvSpPr>
          <p:spPr>
            <a:xfrm>
              <a:off x="5674606" y="1365446"/>
              <a:ext cx="290055" cy="509682"/>
            </a:xfrm>
            <a:custGeom>
              <a:avLst/>
              <a:gdLst/>
              <a:ahLst/>
              <a:cxnLst/>
              <a:rect l="l" t="t" r="r" b="b"/>
              <a:pathLst>
                <a:path w="290055" h="509682" extrusionOk="0">
                  <a:moveTo>
                    <a:pt x="31077" y="857"/>
                  </a:moveTo>
                  <a:cubicBezTo>
                    <a:pt x="11404" y="26956"/>
                    <a:pt x="0" y="64294"/>
                    <a:pt x="0" y="111347"/>
                  </a:cubicBezTo>
                  <a:cubicBezTo>
                    <a:pt x="0" y="247745"/>
                    <a:pt x="95513" y="413575"/>
                    <a:pt x="213360" y="481775"/>
                  </a:cubicBezTo>
                  <a:cubicBezTo>
                    <a:pt x="236844" y="496033"/>
                    <a:pt x="262913" y="505520"/>
                    <a:pt x="290055" y="509683"/>
                  </a:cubicBezTo>
                  <a:lnTo>
                    <a:pt x="213170" y="234887"/>
                  </a:lnTo>
                  <a:lnTo>
                    <a:pt x="31647" y="0"/>
                  </a:ln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4377;p48">
              <a:extLst>
                <a:ext uri="{FF2B5EF4-FFF2-40B4-BE49-F238E27FC236}">
                  <a16:creationId xmlns:a16="http://schemas.microsoft.com/office/drawing/2014/main" id="{BE51B587-DD86-8346-DF7B-CF0B98B9C311}"/>
                </a:ext>
              </a:extLst>
            </p:cNvPr>
            <p:cNvSpPr/>
            <p:nvPr/>
          </p:nvSpPr>
          <p:spPr>
            <a:xfrm>
              <a:off x="5115879" y="1943808"/>
              <a:ext cx="971477" cy="359289"/>
            </a:xfrm>
            <a:custGeom>
              <a:avLst/>
              <a:gdLst/>
              <a:ahLst/>
              <a:cxnLst/>
              <a:rect l="l" t="t" r="r" b="b"/>
              <a:pathLst>
                <a:path w="971477" h="359289" extrusionOk="0">
                  <a:moveTo>
                    <a:pt x="0" y="102961"/>
                  </a:moveTo>
                  <a:cubicBezTo>
                    <a:pt x="0" y="102961"/>
                    <a:pt x="144553" y="-173264"/>
                    <a:pt x="511684" y="179161"/>
                  </a:cubicBezTo>
                  <a:cubicBezTo>
                    <a:pt x="878815" y="531586"/>
                    <a:pt x="971477" y="258218"/>
                    <a:pt x="971477" y="258218"/>
                  </a:cubicBezTo>
                </a:path>
              </a:pathLst>
            </a:custGeom>
            <a:noFill/>
            <a:ln w="13475" cap="flat" cmpd="sng">
              <a:solidFill>
                <a:srgbClr val="D6D8E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4378;p48">
              <a:extLst>
                <a:ext uri="{FF2B5EF4-FFF2-40B4-BE49-F238E27FC236}">
                  <a16:creationId xmlns:a16="http://schemas.microsoft.com/office/drawing/2014/main" id="{885C16CC-F928-3114-FFA0-976C855B0063}"/>
                </a:ext>
              </a:extLst>
            </p:cNvPr>
            <p:cNvSpPr/>
            <p:nvPr/>
          </p:nvSpPr>
          <p:spPr>
            <a:xfrm rot="-1801764">
              <a:off x="5403245" y="1931037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7"/>
                    <a:pt x="24995" y="86677"/>
                  </a:cubicBezTo>
                  <a:cubicBezTo>
                    <a:pt x="11191" y="86677"/>
                    <a:pt x="0" y="67274"/>
                    <a:pt x="0" y="43339"/>
                  </a:cubicBezTo>
                  <a:cubicBezTo>
                    <a:pt x="0" y="19403"/>
                    <a:pt x="11191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4379;p48">
              <a:extLst>
                <a:ext uri="{FF2B5EF4-FFF2-40B4-BE49-F238E27FC236}">
                  <a16:creationId xmlns:a16="http://schemas.microsoft.com/office/drawing/2014/main" id="{090E454E-8271-9DEE-5C98-9F11246949E7}"/>
                </a:ext>
              </a:extLst>
            </p:cNvPr>
            <p:cNvSpPr/>
            <p:nvPr/>
          </p:nvSpPr>
          <p:spPr>
            <a:xfrm rot="-1801764">
              <a:off x="5143652" y="1930529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7"/>
                    <a:pt x="24995" y="86677"/>
                  </a:cubicBezTo>
                  <a:cubicBezTo>
                    <a:pt x="11190" y="86677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4380;p48">
              <a:extLst>
                <a:ext uri="{FF2B5EF4-FFF2-40B4-BE49-F238E27FC236}">
                  <a16:creationId xmlns:a16="http://schemas.microsoft.com/office/drawing/2014/main" id="{1B539A29-C877-80D9-62A9-8D426867DCBA}"/>
                </a:ext>
              </a:extLst>
            </p:cNvPr>
            <p:cNvSpPr/>
            <p:nvPr/>
          </p:nvSpPr>
          <p:spPr>
            <a:xfrm rot="-1790023">
              <a:off x="5694653" y="2149239"/>
              <a:ext cx="50164" cy="86979"/>
            </a:xfrm>
            <a:custGeom>
              <a:avLst/>
              <a:gdLst/>
              <a:ahLst/>
              <a:cxnLst/>
              <a:rect l="l" t="t" r="r" b="b"/>
              <a:pathLst>
                <a:path w="50162" h="86976" extrusionOk="0">
                  <a:moveTo>
                    <a:pt x="50164" y="43489"/>
                  </a:moveTo>
                  <a:cubicBezTo>
                    <a:pt x="50164" y="67507"/>
                    <a:pt x="38934" y="86977"/>
                    <a:pt x="25082" y="86977"/>
                  </a:cubicBezTo>
                  <a:cubicBezTo>
                    <a:pt x="11231" y="86977"/>
                    <a:pt x="1" y="67507"/>
                    <a:pt x="1" y="43489"/>
                  </a:cubicBezTo>
                  <a:cubicBezTo>
                    <a:pt x="1" y="19471"/>
                    <a:pt x="11231" y="1"/>
                    <a:pt x="25082" y="1"/>
                  </a:cubicBezTo>
                  <a:cubicBezTo>
                    <a:pt x="38934" y="1"/>
                    <a:pt x="50164" y="19471"/>
                    <a:pt x="50164" y="4348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4381;p48">
              <a:extLst>
                <a:ext uri="{FF2B5EF4-FFF2-40B4-BE49-F238E27FC236}">
                  <a16:creationId xmlns:a16="http://schemas.microsoft.com/office/drawing/2014/main" id="{ED1D29C5-DC53-B8D4-C679-D3BA5BF416F3}"/>
                </a:ext>
              </a:extLst>
            </p:cNvPr>
            <p:cNvSpPr/>
            <p:nvPr/>
          </p:nvSpPr>
          <p:spPr>
            <a:xfrm rot="-1801764">
              <a:off x="5993267" y="2236949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4382;p48">
              <a:extLst>
                <a:ext uri="{FF2B5EF4-FFF2-40B4-BE49-F238E27FC236}">
                  <a16:creationId xmlns:a16="http://schemas.microsoft.com/office/drawing/2014/main" id="{FBD7A683-AB77-AC71-374B-96FDD955BD2A}"/>
                </a:ext>
              </a:extLst>
            </p:cNvPr>
            <p:cNvSpPr/>
            <p:nvPr/>
          </p:nvSpPr>
          <p:spPr>
            <a:xfrm>
              <a:off x="4356811" y="1418691"/>
              <a:ext cx="57973" cy="235172"/>
            </a:xfrm>
            <a:custGeom>
              <a:avLst/>
              <a:gdLst/>
              <a:ahLst/>
              <a:cxnLst/>
              <a:rect l="l" t="t" r="r" b="b"/>
              <a:pathLst>
                <a:path w="57973" h="235172" extrusionOk="0">
                  <a:moveTo>
                    <a:pt x="57973" y="235172"/>
                  </a:moveTo>
                  <a:lnTo>
                    <a:pt x="0" y="201549"/>
                  </a:lnTo>
                  <a:lnTo>
                    <a:pt x="0" y="0"/>
                  </a:lnTo>
                  <a:lnTo>
                    <a:pt x="57973" y="33623"/>
                  </a:lnTo>
                  <a:lnTo>
                    <a:pt x="57973" y="23517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383;p48">
              <a:extLst>
                <a:ext uri="{FF2B5EF4-FFF2-40B4-BE49-F238E27FC236}">
                  <a16:creationId xmlns:a16="http://schemas.microsoft.com/office/drawing/2014/main" id="{0D376DCA-7C7B-C83C-86AB-3BC3D79802B2}"/>
                </a:ext>
              </a:extLst>
            </p:cNvPr>
            <p:cNvSpPr/>
            <p:nvPr/>
          </p:nvSpPr>
          <p:spPr>
            <a:xfrm>
              <a:off x="4517330" y="1440789"/>
              <a:ext cx="58068" cy="305942"/>
            </a:xfrm>
            <a:custGeom>
              <a:avLst/>
              <a:gdLst/>
              <a:ahLst/>
              <a:cxnLst/>
              <a:rect l="l" t="t" r="r" b="b"/>
              <a:pathLst>
                <a:path w="58068" h="305942" extrusionOk="0">
                  <a:moveTo>
                    <a:pt x="58068" y="305943"/>
                  </a:moveTo>
                  <a:lnTo>
                    <a:pt x="0" y="272320"/>
                  </a:lnTo>
                  <a:lnTo>
                    <a:pt x="0" y="0"/>
                  </a:lnTo>
                  <a:lnTo>
                    <a:pt x="58068" y="33623"/>
                  </a:lnTo>
                  <a:lnTo>
                    <a:pt x="58068" y="30594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384;p48">
              <a:extLst>
                <a:ext uri="{FF2B5EF4-FFF2-40B4-BE49-F238E27FC236}">
                  <a16:creationId xmlns:a16="http://schemas.microsoft.com/office/drawing/2014/main" id="{6BA36E62-1D39-3F9E-ED9C-F49AF0FC7219}"/>
                </a:ext>
              </a:extLst>
            </p:cNvPr>
            <p:cNvSpPr/>
            <p:nvPr/>
          </p:nvSpPr>
          <p:spPr>
            <a:xfrm>
              <a:off x="4677849" y="1415738"/>
              <a:ext cx="58067" cy="423862"/>
            </a:xfrm>
            <a:custGeom>
              <a:avLst/>
              <a:gdLst/>
              <a:ahLst/>
              <a:cxnLst/>
              <a:rect l="l" t="t" r="r" b="b"/>
              <a:pathLst>
                <a:path w="58067" h="423862" extrusionOk="0">
                  <a:moveTo>
                    <a:pt x="58068" y="423863"/>
                  </a:moveTo>
                  <a:lnTo>
                    <a:pt x="0" y="390335"/>
                  </a:lnTo>
                  <a:lnTo>
                    <a:pt x="0" y="0"/>
                  </a:lnTo>
                  <a:lnTo>
                    <a:pt x="58068" y="33528"/>
                  </a:lnTo>
                  <a:lnTo>
                    <a:pt x="58068" y="423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385;p48">
              <a:extLst>
                <a:ext uri="{FF2B5EF4-FFF2-40B4-BE49-F238E27FC236}">
                  <a16:creationId xmlns:a16="http://schemas.microsoft.com/office/drawing/2014/main" id="{BF5AF925-3FD1-86C6-0DE6-0EFF74798E9E}"/>
                </a:ext>
              </a:extLst>
            </p:cNvPr>
            <p:cNvSpPr/>
            <p:nvPr/>
          </p:nvSpPr>
          <p:spPr>
            <a:xfrm>
              <a:off x="4838368" y="1414214"/>
              <a:ext cx="58068" cy="518255"/>
            </a:xfrm>
            <a:custGeom>
              <a:avLst/>
              <a:gdLst/>
              <a:ahLst/>
              <a:cxnLst/>
              <a:rect l="l" t="t" r="r" b="b"/>
              <a:pathLst>
                <a:path w="58068" h="518255" extrusionOk="0">
                  <a:moveTo>
                    <a:pt x="58068" y="518255"/>
                  </a:moveTo>
                  <a:lnTo>
                    <a:pt x="0" y="484727"/>
                  </a:lnTo>
                  <a:lnTo>
                    <a:pt x="0" y="0"/>
                  </a:lnTo>
                  <a:lnTo>
                    <a:pt x="58068" y="33528"/>
                  </a:lnTo>
                  <a:lnTo>
                    <a:pt x="58068" y="518255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86;p48">
              <a:extLst>
                <a:ext uri="{FF2B5EF4-FFF2-40B4-BE49-F238E27FC236}">
                  <a16:creationId xmlns:a16="http://schemas.microsoft.com/office/drawing/2014/main" id="{7B551120-3DCC-B646-3BDC-4946D9138A5B}"/>
                </a:ext>
              </a:extLst>
            </p:cNvPr>
            <p:cNvSpPr/>
            <p:nvPr/>
          </p:nvSpPr>
          <p:spPr>
            <a:xfrm>
              <a:off x="5343399" y="3731361"/>
              <a:ext cx="99124" cy="151542"/>
            </a:xfrm>
            <a:custGeom>
              <a:avLst/>
              <a:gdLst/>
              <a:ahLst/>
              <a:cxnLst/>
              <a:rect l="l" t="t" r="r" b="b"/>
              <a:pathLst>
                <a:path w="99124" h="151542" extrusionOk="0">
                  <a:moveTo>
                    <a:pt x="16347" y="151543"/>
                  </a:moveTo>
                  <a:lnTo>
                    <a:pt x="99124" y="104204"/>
                  </a:lnTo>
                  <a:lnTo>
                    <a:pt x="0" y="0"/>
                  </a:lnTo>
                  <a:lnTo>
                    <a:pt x="16347" y="151543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387;p48">
              <a:extLst>
                <a:ext uri="{FF2B5EF4-FFF2-40B4-BE49-F238E27FC236}">
                  <a16:creationId xmlns:a16="http://schemas.microsoft.com/office/drawing/2014/main" id="{65C4B074-02F4-6F46-5274-D9FD12CB59F3}"/>
                </a:ext>
              </a:extLst>
            </p:cNvPr>
            <p:cNvSpPr/>
            <p:nvPr/>
          </p:nvSpPr>
          <p:spPr>
            <a:xfrm>
              <a:off x="4678419" y="3350075"/>
              <a:ext cx="69282" cy="136588"/>
            </a:xfrm>
            <a:custGeom>
              <a:avLst/>
              <a:gdLst/>
              <a:ahLst/>
              <a:cxnLst/>
              <a:rect l="l" t="t" r="r" b="b"/>
              <a:pathLst>
                <a:path w="69282" h="136588" extrusionOk="0">
                  <a:moveTo>
                    <a:pt x="0" y="136588"/>
                  </a:moveTo>
                  <a:lnTo>
                    <a:pt x="69283" y="98298"/>
                  </a:lnTo>
                  <a:lnTo>
                    <a:pt x="42672" y="0"/>
                  </a:lnTo>
                  <a:lnTo>
                    <a:pt x="0" y="136588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" name="Google Shape;4388;p48">
              <a:extLst>
                <a:ext uri="{FF2B5EF4-FFF2-40B4-BE49-F238E27FC236}">
                  <a16:creationId xmlns:a16="http://schemas.microsoft.com/office/drawing/2014/main" id="{D71C3F6E-4306-3CD8-4777-5D892E6DF706}"/>
                </a:ext>
              </a:extLst>
            </p:cNvPr>
            <p:cNvGrpSpPr/>
            <p:nvPr/>
          </p:nvGrpSpPr>
          <p:grpSpPr>
            <a:xfrm>
              <a:off x="3103642" y="4105408"/>
              <a:ext cx="746807" cy="516445"/>
              <a:chOff x="4884742" y="4921758"/>
              <a:chExt cx="746807" cy="516445"/>
            </a:xfrm>
          </p:grpSpPr>
          <p:sp>
            <p:nvSpPr>
              <p:cNvPr id="197" name="Google Shape;4389;p48">
                <a:extLst>
                  <a:ext uri="{FF2B5EF4-FFF2-40B4-BE49-F238E27FC236}">
                    <a16:creationId xmlns:a16="http://schemas.microsoft.com/office/drawing/2014/main" id="{A97DEFD9-7E86-DE4E-25E5-F5C3D61788CA}"/>
                  </a:ext>
                </a:extLst>
              </p:cNvPr>
              <p:cNvSpPr/>
              <p:nvPr/>
            </p:nvSpPr>
            <p:spPr>
              <a:xfrm>
                <a:off x="4884742" y="505358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4390;p48">
                <a:extLst>
                  <a:ext uri="{FF2B5EF4-FFF2-40B4-BE49-F238E27FC236}">
                    <a16:creationId xmlns:a16="http://schemas.microsoft.com/office/drawing/2014/main" id="{6C940786-F26C-740A-4B17-E8228BA37B7A}"/>
                  </a:ext>
                </a:extLst>
              </p:cNvPr>
              <p:cNvSpPr/>
              <p:nvPr/>
            </p:nvSpPr>
            <p:spPr>
              <a:xfrm>
                <a:off x="4966950" y="5004149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4391;p48">
                <a:extLst>
                  <a:ext uri="{FF2B5EF4-FFF2-40B4-BE49-F238E27FC236}">
                    <a16:creationId xmlns:a16="http://schemas.microsoft.com/office/drawing/2014/main" id="{FF31AB52-9B69-3799-7133-D55012E29E72}"/>
                  </a:ext>
                </a:extLst>
              </p:cNvPr>
              <p:cNvSpPr/>
              <p:nvPr/>
            </p:nvSpPr>
            <p:spPr>
              <a:xfrm>
                <a:off x="4967045" y="5111781"/>
                <a:ext cx="65671" cy="87534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534" extrusionOk="0">
                    <a:moveTo>
                      <a:pt x="0" y="87534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534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4392;p48">
                <a:extLst>
                  <a:ext uri="{FF2B5EF4-FFF2-40B4-BE49-F238E27FC236}">
                    <a16:creationId xmlns:a16="http://schemas.microsoft.com/office/drawing/2014/main" id="{3FA73F44-805E-E31B-6E6F-5A214DBDA672}"/>
                  </a:ext>
                </a:extLst>
              </p:cNvPr>
              <p:cNvSpPr/>
              <p:nvPr/>
            </p:nvSpPr>
            <p:spPr>
              <a:xfrm>
                <a:off x="5581465" y="5114067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4393;p48">
                <a:extLst>
                  <a:ext uri="{FF2B5EF4-FFF2-40B4-BE49-F238E27FC236}">
                    <a16:creationId xmlns:a16="http://schemas.microsoft.com/office/drawing/2014/main" id="{C8FC1172-033A-17AE-0367-9CEFEDC116E3}"/>
                  </a:ext>
                </a:extLst>
              </p:cNvPr>
              <p:cNvSpPr/>
              <p:nvPr/>
            </p:nvSpPr>
            <p:spPr>
              <a:xfrm>
                <a:off x="4966950" y="4921758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4394;p48">
                <a:extLst>
                  <a:ext uri="{FF2B5EF4-FFF2-40B4-BE49-F238E27FC236}">
                    <a16:creationId xmlns:a16="http://schemas.microsoft.com/office/drawing/2014/main" id="{204C0C5F-5640-B773-2166-317F3D34275C}"/>
                  </a:ext>
                </a:extLst>
              </p:cNvPr>
              <p:cNvSpPr/>
              <p:nvPr/>
            </p:nvSpPr>
            <p:spPr>
              <a:xfrm>
                <a:off x="5061432" y="4974074"/>
                <a:ext cx="475691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1" h="275248" extrusionOk="0">
                    <a:moveTo>
                      <a:pt x="475270" y="145899"/>
                    </a:moveTo>
                    <a:cubicBezTo>
                      <a:pt x="471849" y="178284"/>
                      <a:pt x="448849" y="210193"/>
                      <a:pt x="405987" y="234958"/>
                    </a:cubicBezTo>
                    <a:cubicBezTo>
                      <a:pt x="313135" y="288679"/>
                      <a:pt x="162500" y="288679"/>
                      <a:pt x="69553" y="234958"/>
                    </a:cubicBezTo>
                    <a:cubicBezTo>
                      <a:pt x="26786" y="210193"/>
                      <a:pt x="3692" y="178284"/>
                      <a:pt x="461" y="145899"/>
                    </a:cubicBezTo>
                    <a:cubicBezTo>
                      <a:pt x="-3626" y="107799"/>
                      <a:pt x="19468" y="69699"/>
                      <a:pt x="69553" y="40362"/>
                    </a:cubicBezTo>
                    <a:cubicBezTo>
                      <a:pt x="162500" y="-13454"/>
                      <a:pt x="313135" y="-13454"/>
                      <a:pt x="405987" y="40362"/>
                    </a:cubicBezTo>
                    <a:cubicBezTo>
                      <a:pt x="456072" y="69318"/>
                      <a:pt x="479167" y="107990"/>
                      <a:pt x="475270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4395;p48">
                <a:extLst>
                  <a:ext uri="{FF2B5EF4-FFF2-40B4-BE49-F238E27FC236}">
                    <a16:creationId xmlns:a16="http://schemas.microsoft.com/office/drawing/2014/main" id="{ACD04440-AF72-E680-98C2-61B745174A56}"/>
                  </a:ext>
                </a:extLst>
              </p:cNvPr>
              <p:cNvSpPr/>
              <p:nvPr/>
            </p:nvSpPr>
            <p:spPr>
              <a:xfrm>
                <a:off x="5061893" y="4990552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388" y="161806"/>
                      <a:pt x="448389" y="193715"/>
                      <a:pt x="405527" y="218480"/>
                    </a:cubicBezTo>
                    <a:cubicBezTo>
                      <a:pt x="312675" y="272201"/>
                      <a:pt x="162040" y="272201"/>
                      <a:pt x="69092" y="218480"/>
                    </a:cubicBezTo>
                    <a:cubicBezTo>
                      <a:pt x="26325" y="193715"/>
                      <a:pt x="3231" y="161806"/>
                      <a:pt x="0" y="129421"/>
                    </a:cubicBezTo>
                    <a:cubicBezTo>
                      <a:pt x="3231" y="97036"/>
                      <a:pt x="26325" y="65127"/>
                      <a:pt x="69092" y="40362"/>
                    </a:cubicBezTo>
                    <a:cubicBezTo>
                      <a:pt x="162040" y="-13454"/>
                      <a:pt x="312675" y="-13454"/>
                      <a:pt x="405527" y="40362"/>
                    </a:cubicBezTo>
                    <a:cubicBezTo>
                      <a:pt x="448389" y="65127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4396;p48">
                <a:extLst>
                  <a:ext uri="{FF2B5EF4-FFF2-40B4-BE49-F238E27FC236}">
                    <a16:creationId xmlns:a16="http://schemas.microsoft.com/office/drawing/2014/main" id="{B07EBE1D-6EEC-8BB6-5565-EF27148C6364}"/>
                  </a:ext>
                </a:extLst>
              </p:cNvPr>
              <p:cNvSpPr/>
              <p:nvPr/>
            </p:nvSpPr>
            <p:spPr>
              <a:xfrm>
                <a:off x="5183826" y="5052822"/>
                <a:ext cx="221040" cy="139064"/>
              </a:xfrm>
              <a:custGeom>
                <a:avLst/>
                <a:gdLst/>
                <a:ahLst/>
                <a:cxnLst/>
                <a:rect l="l" t="t" r="r" b="b"/>
                <a:pathLst>
                  <a:path w="221040" h="139064" extrusionOk="0">
                    <a:moveTo>
                      <a:pt x="111955" y="22098"/>
                    </a:moveTo>
                    <a:cubicBezTo>
                      <a:pt x="109027" y="22098"/>
                      <a:pt x="106100" y="22355"/>
                      <a:pt x="103211" y="22860"/>
                    </a:cubicBezTo>
                    <a:cubicBezTo>
                      <a:pt x="99315" y="23336"/>
                      <a:pt x="94943" y="24193"/>
                      <a:pt x="90096" y="25146"/>
                    </a:cubicBezTo>
                    <a:cubicBezTo>
                      <a:pt x="85249" y="26098"/>
                      <a:pt x="80117" y="27527"/>
                      <a:pt x="74890" y="29051"/>
                    </a:cubicBezTo>
                    <a:cubicBezTo>
                      <a:pt x="69796" y="30623"/>
                      <a:pt x="64816" y="32537"/>
                      <a:pt x="59969" y="34766"/>
                    </a:cubicBezTo>
                    <a:lnTo>
                      <a:pt x="97984" y="56864"/>
                    </a:lnTo>
                    <a:lnTo>
                      <a:pt x="104922" y="54483"/>
                    </a:lnTo>
                    <a:cubicBezTo>
                      <a:pt x="114426" y="51244"/>
                      <a:pt x="123929" y="48482"/>
                      <a:pt x="132388" y="46196"/>
                    </a:cubicBezTo>
                    <a:cubicBezTo>
                      <a:pt x="140466" y="44005"/>
                      <a:pt x="148744" y="42634"/>
                      <a:pt x="157098" y="42100"/>
                    </a:cubicBezTo>
                    <a:cubicBezTo>
                      <a:pt x="164739" y="41643"/>
                      <a:pt x="172399" y="42148"/>
                      <a:pt x="179907" y="43624"/>
                    </a:cubicBezTo>
                    <a:cubicBezTo>
                      <a:pt x="187548" y="45291"/>
                      <a:pt x="194856" y="48187"/>
                      <a:pt x="201575" y="52197"/>
                    </a:cubicBezTo>
                    <a:cubicBezTo>
                      <a:pt x="208237" y="55512"/>
                      <a:pt x="213940" y="60503"/>
                      <a:pt x="218112" y="66675"/>
                    </a:cubicBezTo>
                    <a:cubicBezTo>
                      <a:pt x="220868" y="71142"/>
                      <a:pt x="221723" y="76524"/>
                      <a:pt x="220488" y="81629"/>
                    </a:cubicBezTo>
                    <a:cubicBezTo>
                      <a:pt x="218872" y="87258"/>
                      <a:pt x="215793" y="92354"/>
                      <a:pt x="211554" y="96393"/>
                    </a:cubicBezTo>
                    <a:cubicBezTo>
                      <a:pt x="206280" y="101660"/>
                      <a:pt x="200416" y="106299"/>
                      <a:pt x="194067" y="110204"/>
                    </a:cubicBezTo>
                    <a:lnTo>
                      <a:pt x="218397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68" y="123472"/>
                      <a:pt x="156746" y="128101"/>
                      <a:pt x="144172" y="131540"/>
                    </a:cubicBezTo>
                    <a:cubicBezTo>
                      <a:pt x="131010" y="135179"/>
                      <a:pt x="117562" y="137703"/>
                      <a:pt x="103971" y="139065"/>
                    </a:cubicBezTo>
                    <a:lnTo>
                      <a:pt x="91141" y="116014"/>
                    </a:lnTo>
                    <a:cubicBezTo>
                      <a:pt x="93517" y="116014"/>
                      <a:pt x="97129" y="116014"/>
                      <a:pt x="101881" y="115252"/>
                    </a:cubicBezTo>
                    <a:cubicBezTo>
                      <a:pt x="106632" y="114490"/>
                      <a:pt x="112050" y="113729"/>
                      <a:pt x="117942" y="112490"/>
                    </a:cubicBezTo>
                    <a:cubicBezTo>
                      <a:pt x="123834" y="111252"/>
                      <a:pt x="130012" y="109633"/>
                      <a:pt x="136949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2905" y="80486"/>
                    </a:lnTo>
                    <a:lnTo>
                      <a:pt x="107773" y="82010"/>
                    </a:lnTo>
                    <a:cubicBezTo>
                      <a:pt x="99143" y="84982"/>
                      <a:pt x="90352" y="87458"/>
                      <a:pt x="81447" y="89440"/>
                    </a:cubicBezTo>
                    <a:cubicBezTo>
                      <a:pt x="74091" y="91192"/>
                      <a:pt x="66574" y="92212"/>
                      <a:pt x="59018" y="92488"/>
                    </a:cubicBezTo>
                    <a:cubicBezTo>
                      <a:pt x="52375" y="92745"/>
                      <a:pt x="45723" y="92097"/>
                      <a:pt x="39251" y="90583"/>
                    </a:cubicBezTo>
                    <a:cubicBezTo>
                      <a:pt x="32845" y="89049"/>
                      <a:pt x="26696" y="86573"/>
                      <a:pt x="21003" y="83248"/>
                    </a:cubicBezTo>
                    <a:cubicBezTo>
                      <a:pt x="14712" y="79953"/>
                      <a:pt x="9257" y="75257"/>
                      <a:pt x="5037" y="69532"/>
                    </a:cubicBezTo>
                    <a:cubicBezTo>
                      <a:pt x="1977" y="65246"/>
                      <a:pt x="466" y="60036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43" y="34442"/>
                      <a:pt x="16670" y="29689"/>
                      <a:pt x="22524" y="25813"/>
                    </a:cubicBezTo>
                    <a:lnTo>
                      <a:pt x="0" y="12763"/>
                    </a:lnTo>
                    <a:lnTo>
                      <a:pt x="13210" y="5143"/>
                    </a:lnTo>
                    <a:lnTo>
                      <a:pt x="35544" y="18002"/>
                    </a:lnTo>
                    <a:cubicBezTo>
                      <a:pt x="45998" y="12811"/>
                      <a:pt x="56994" y="8782"/>
                      <a:pt x="68332" y="6001"/>
                    </a:cubicBezTo>
                    <a:cubicBezTo>
                      <a:pt x="79109" y="3257"/>
                      <a:pt x="90067" y="1248"/>
                      <a:pt x="101120" y="0"/>
                    </a:cubicBezTo>
                    <a:close/>
                    <a:moveTo>
                      <a:pt x="46949" y="62103"/>
                    </a:moveTo>
                    <a:cubicBezTo>
                      <a:pt x="52005" y="64941"/>
                      <a:pt x="57811" y="66170"/>
                      <a:pt x="63580" y="65627"/>
                    </a:cubicBezTo>
                    <a:cubicBezTo>
                      <a:pt x="71316" y="64770"/>
                      <a:pt x="78938" y="63036"/>
                      <a:pt x="86294" y="60484"/>
                    </a:cubicBezTo>
                    <a:lnTo>
                      <a:pt x="50560" y="39814"/>
                    </a:lnTo>
                    <a:cubicBezTo>
                      <a:pt x="37445" y="48320"/>
                      <a:pt x="36238" y="55750"/>
                      <a:pt x="46949" y="62103"/>
                    </a:cubicBezTo>
                    <a:close/>
                    <a:moveTo>
                      <a:pt x="172399" y="72580"/>
                    </a:moveTo>
                    <a:cubicBezTo>
                      <a:pt x="166953" y="69580"/>
                      <a:pt x="160680" y="68437"/>
                      <a:pt x="154532" y="69342"/>
                    </a:cubicBezTo>
                    <a:cubicBezTo>
                      <a:pt x="146083" y="70418"/>
                      <a:pt x="137748" y="72266"/>
                      <a:pt x="129632" y="74866"/>
                    </a:cubicBezTo>
                    <a:lnTo>
                      <a:pt x="165176" y="95440"/>
                    </a:lnTo>
                    <a:cubicBezTo>
                      <a:pt x="180287" y="86296"/>
                      <a:pt x="182758" y="78676"/>
                      <a:pt x="172399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4397;p48">
                <a:extLst>
                  <a:ext uri="{FF2B5EF4-FFF2-40B4-BE49-F238E27FC236}">
                    <a16:creationId xmlns:a16="http://schemas.microsoft.com/office/drawing/2014/main" id="{4E4892F3-75A5-50C7-FD98-5DA1DE38CB04}"/>
                  </a:ext>
                </a:extLst>
              </p:cNvPr>
              <p:cNvSpPr/>
              <p:nvPr/>
            </p:nvSpPr>
            <p:spPr>
              <a:xfrm>
                <a:off x="5275158" y="5155977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859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4398;p48">
                <a:extLst>
                  <a:ext uri="{FF2B5EF4-FFF2-40B4-BE49-F238E27FC236}">
                    <a16:creationId xmlns:a16="http://schemas.microsoft.com/office/drawing/2014/main" id="{E726D98D-17F1-AD08-C420-947EE2F856B8}"/>
                  </a:ext>
                </a:extLst>
              </p:cNvPr>
              <p:cNvSpPr/>
              <p:nvPr/>
            </p:nvSpPr>
            <p:spPr>
              <a:xfrm>
                <a:off x="5370766" y="5164169"/>
                <a:ext cx="31647" cy="14763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763" extrusionOk="0">
                    <a:moveTo>
                      <a:pt x="31648" y="12859"/>
                    </a:moveTo>
                    <a:lnTo>
                      <a:pt x="31648" y="0"/>
                    </a:lnTo>
                    <a:lnTo>
                      <a:pt x="0" y="2381"/>
                    </a:lnTo>
                    <a:lnTo>
                      <a:pt x="18152" y="14764"/>
                    </a:lnTo>
                    <a:lnTo>
                      <a:pt x="31648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4399;p48">
                <a:extLst>
                  <a:ext uri="{FF2B5EF4-FFF2-40B4-BE49-F238E27FC236}">
                    <a16:creationId xmlns:a16="http://schemas.microsoft.com/office/drawing/2014/main" id="{36E44DD2-C025-7574-5D91-3C778B099E8D}"/>
                  </a:ext>
                </a:extLst>
              </p:cNvPr>
              <p:cNvSpPr/>
              <p:nvPr/>
            </p:nvSpPr>
            <p:spPr>
              <a:xfrm>
                <a:off x="5381410" y="5116639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4400;p48">
                <a:extLst>
                  <a:ext uri="{FF2B5EF4-FFF2-40B4-BE49-F238E27FC236}">
                    <a16:creationId xmlns:a16="http://schemas.microsoft.com/office/drawing/2014/main" id="{B6D8DBD8-FA77-FEA3-FBD6-B6BB789F21A6}"/>
                  </a:ext>
                </a:extLst>
              </p:cNvPr>
              <p:cNvSpPr/>
              <p:nvPr/>
            </p:nvSpPr>
            <p:spPr>
              <a:xfrm>
                <a:off x="5307090" y="5121401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8" y="24670"/>
                    </a:lnTo>
                    <a:cubicBezTo>
                      <a:pt x="33928" y="24670"/>
                      <a:pt x="13210" y="15907"/>
                      <a:pt x="12545" y="1514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4401;p48">
                <a:extLst>
                  <a:ext uri="{FF2B5EF4-FFF2-40B4-BE49-F238E27FC236}">
                    <a16:creationId xmlns:a16="http://schemas.microsoft.com/office/drawing/2014/main" id="{217023F3-7893-F646-D70B-90121E015513}"/>
                  </a:ext>
                </a:extLst>
              </p:cNvPr>
              <p:cNvSpPr/>
              <p:nvPr/>
            </p:nvSpPr>
            <p:spPr>
              <a:xfrm>
                <a:off x="5234481" y="5079968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780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479"/>
                      <a:pt x="39346" y="17907"/>
                    </a:cubicBezTo>
                    <a:cubicBezTo>
                      <a:pt x="36029" y="14192"/>
                      <a:pt x="32189" y="10982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4402;p48">
                <a:extLst>
                  <a:ext uri="{FF2B5EF4-FFF2-40B4-BE49-F238E27FC236}">
                    <a16:creationId xmlns:a16="http://schemas.microsoft.com/office/drawing/2014/main" id="{D0EA26B5-63B2-4744-8DC2-1573D3013AC5}"/>
                  </a:ext>
                </a:extLst>
              </p:cNvPr>
              <p:cNvSpPr/>
              <p:nvPr/>
            </p:nvSpPr>
            <p:spPr>
              <a:xfrm>
                <a:off x="5275158" y="5056536"/>
                <a:ext cx="20623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623" h="18383" extrusionOk="0">
                    <a:moveTo>
                      <a:pt x="20623" y="18383"/>
                    </a:moveTo>
                    <a:lnTo>
                      <a:pt x="20623" y="5525"/>
                    </a:lnTo>
                    <a:lnTo>
                      <a:pt x="3706" y="0"/>
                    </a:lnTo>
                    <a:lnTo>
                      <a:pt x="0" y="10096"/>
                    </a:lnTo>
                    <a:lnTo>
                      <a:pt x="950" y="14764"/>
                    </a:lnTo>
                    <a:lnTo>
                      <a:pt x="20623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4403;p48">
                <a:extLst>
                  <a:ext uri="{FF2B5EF4-FFF2-40B4-BE49-F238E27FC236}">
                    <a16:creationId xmlns:a16="http://schemas.microsoft.com/office/drawing/2014/main" id="{1EED8F7A-3E54-2F26-789C-CC69EB2F7DAB}"/>
                  </a:ext>
                </a:extLst>
              </p:cNvPr>
              <p:cNvSpPr/>
              <p:nvPr/>
            </p:nvSpPr>
            <p:spPr>
              <a:xfrm>
                <a:off x="5183351" y="5052726"/>
                <a:ext cx="19577" cy="14573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573" extrusionOk="0">
                    <a:moveTo>
                      <a:pt x="0" y="12859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573"/>
                    </a:lnTo>
                    <a:lnTo>
                      <a:pt x="0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4404;p48">
                <a:extLst>
                  <a:ext uri="{FF2B5EF4-FFF2-40B4-BE49-F238E27FC236}">
                    <a16:creationId xmlns:a16="http://schemas.microsoft.com/office/drawing/2014/main" id="{F9F9657F-1AA6-6E00-B9D2-A120CFDA10C4}"/>
                  </a:ext>
                </a:extLst>
              </p:cNvPr>
              <p:cNvSpPr/>
              <p:nvPr/>
            </p:nvSpPr>
            <p:spPr>
              <a:xfrm>
                <a:off x="5184016" y="5095875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526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97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4405;p48">
                <a:extLst>
                  <a:ext uri="{FF2B5EF4-FFF2-40B4-BE49-F238E27FC236}">
                    <a16:creationId xmlns:a16="http://schemas.microsoft.com/office/drawing/2014/main" id="{9B207145-2AF9-4C51-5CF7-1190910E69D2}"/>
                  </a:ext>
                </a:extLst>
              </p:cNvPr>
              <p:cNvSpPr/>
              <p:nvPr/>
            </p:nvSpPr>
            <p:spPr>
              <a:xfrm>
                <a:off x="5183826" y="5039963"/>
                <a:ext cx="221034" cy="138969"/>
              </a:xfrm>
              <a:custGeom>
                <a:avLst/>
                <a:gdLst/>
                <a:ahLst/>
                <a:cxnLst/>
                <a:rect l="l" t="t" r="r" b="b"/>
                <a:pathLst>
                  <a:path w="221034" h="138969" extrusionOk="0">
                    <a:moveTo>
                      <a:pt x="111955" y="22098"/>
                    </a:moveTo>
                    <a:cubicBezTo>
                      <a:pt x="109027" y="22050"/>
                      <a:pt x="106100" y="22279"/>
                      <a:pt x="103211" y="22765"/>
                    </a:cubicBezTo>
                    <a:cubicBezTo>
                      <a:pt x="99315" y="23336"/>
                      <a:pt x="94943" y="24098"/>
                      <a:pt x="90096" y="25146"/>
                    </a:cubicBezTo>
                    <a:cubicBezTo>
                      <a:pt x="85249" y="26194"/>
                      <a:pt x="80117" y="27432"/>
                      <a:pt x="74890" y="29051"/>
                    </a:cubicBezTo>
                    <a:cubicBezTo>
                      <a:pt x="69786" y="30547"/>
                      <a:pt x="64797" y="32433"/>
                      <a:pt x="59969" y="34671"/>
                    </a:cubicBezTo>
                    <a:lnTo>
                      <a:pt x="97984" y="56864"/>
                    </a:lnTo>
                    <a:lnTo>
                      <a:pt x="104922" y="54388"/>
                    </a:lnTo>
                    <a:cubicBezTo>
                      <a:pt x="114426" y="51149"/>
                      <a:pt x="123929" y="48387"/>
                      <a:pt x="132388" y="46196"/>
                    </a:cubicBezTo>
                    <a:cubicBezTo>
                      <a:pt x="140466" y="44005"/>
                      <a:pt x="148744" y="42634"/>
                      <a:pt x="157098" y="42100"/>
                    </a:cubicBezTo>
                    <a:cubicBezTo>
                      <a:pt x="164739" y="41596"/>
                      <a:pt x="172408" y="42100"/>
                      <a:pt x="179907" y="43624"/>
                    </a:cubicBezTo>
                    <a:cubicBezTo>
                      <a:pt x="187548" y="45215"/>
                      <a:pt x="194875" y="48082"/>
                      <a:pt x="201575" y="52102"/>
                    </a:cubicBezTo>
                    <a:cubicBezTo>
                      <a:pt x="208218" y="55454"/>
                      <a:pt x="213911" y="60427"/>
                      <a:pt x="218112" y="66580"/>
                    </a:cubicBezTo>
                    <a:cubicBezTo>
                      <a:pt x="220858" y="71047"/>
                      <a:pt x="221714" y="76428"/>
                      <a:pt x="220488" y="81534"/>
                    </a:cubicBezTo>
                    <a:cubicBezTo>
                      <a:pt x="218901" y="87173"/>
                      <a:pt x="215812" y="92278"/>
                      <a:pt x="211554" y="96298"/>
                    </a:cubicBezTo>
                    <a:cubicBezTo>
                      <a:pt x="206280" y="101565"/>
                      <a:pt x="200416" y="106204"/>
                      <a:pt x="194067" y="110109"/>
                    </a:cubicBezTo>
                    <a:lnTo>
                      <a:pt x="218397" y="124206"/>
                    </a:lnTo>
                    <a:lnTo>
                      <a:pt x="205187" y="131826"/>
                    </a:lnTo>
                    <a:lnTo>
                      <a:pt x="180667" y="117634"/>
                    </a:lnTo>
                    <a:cubicBezTo>
                      <a:pt x="168977" y="123425"/>
                      <a:pt x="156755" y="128045"/>
                      <a:pt x="144172" y="131445"/>
                    </a:cubicBezTo>
                    <a:cubicBezTo>
                      <a:pt x="131019" y="135131"/>
                      <a:pt x="117562" y="137655"/>
                      <a:pt x="103971" y="138970"/>
                    </a:cubicBezTo>
                    <a:lnTo>
                      <a:pt x="91141" y="116014"/>
                    </a:lnTo>
                    <a:cubicBezTo>
                      <a:pt x="94734" y="115929"/>
                      <a:pt x="98317" y="115633"/>
                      <a:pt x="101881" y="115157"/>
                    </a:cubicBezTo>
                    <a:cubicBezTo>
                      <a:pt x="107279" y="114519"/>
                      <a:pt x="112639" y="113595"/>
                      <a:pt x="117942" y="112395"/>
                    </a:cubicBezTo>
                    <a:cubicBezTo>
                      <a:pt x="123834" y="111157"/>
                      <a:pt x="130012" y="109538"/>
                      <a:pt x="136949" y="107632"/>
                    </a:cubicBezTo>
                    <a:cubicBezTo>
                      <a:pt x="143441" y="105775"/>
                      <a:pt x="149799" y="103451"/>
                      <a:pt x="155957" y="100679"/>
                    </a:cubicBezTo>
                    <a:lnTo>
                      <a:pt x="117942" y="78677"/>
                    </a:lnTo>
                    <a:lnTo>
                      <a:pt x="112905" y="80391"/>
                    </a:ln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7" y="89440"/>
                    </a:cubicBezTo>
                    <a:cubicBezTo>
                      <a:pt x="74082" y="91164"/>
                      <a:pt x="66574" y="92154"/>
                      <a:pt x="59018" y="92392"/>
                    </a:cubicBezTo>
                    <a:cubicBezTo>
                      <a:pt x="52375" y="92631"/>
                      <a:pt x="45732" y="92021"/>
                      <a:pt x="39251" y="90583"/>
                    </a:cubicBezTo>
                    <a:cubicBezTo>
                      <a:pt x="32826" y="89049"/>
                      <a:pt x="26668" y="86544"/>
                      <a:pt x="21003" y="83153"/>
                    </a:cubicBezTo>
                    <a:cubicBezTo>
                      <a:pt x="14712" y="79848"/>
                      <a:pt x="9257" y="75162"/>
                      <a:pt x="5037" y="69437"/>
                    </a:cubicBezTo>
                    <a:cubicBezTo>
                      <a:pt x="1958" y="65151"/>
                      <a:pt x="447" y="59941"/>
                      <a:pt x="760" y="54673"/>
                    </a:cubicBezTo>
                    <a:cubicBezTo>
                      <a:pt x="1350" y="49216"/>
                      <a:pt x="3535" y="44044"/>
                      <a:pt x="7033" y="39814"/>
                    </a:cubicBezTo>
                    <a:cubicBezTo>
                      <a:pt x="11424" y="34357"/>
                      <a:pt x="16651" y="29623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5544" y="18002"/>
                    </a:lnTo>
                    <a:cubicBezTo>
                      <a:pt x="45998" y="12782"/>
                      <a:pt x="56994" y="8725"/>
                      <a:pt x="68332" y="5905"/>
                    </a:cubicBezTo>
                    <a:cubicBezTo>
                      <a:pt x="79100" y="3143"/>
                      <a:pt x="90067" y="1171"/>
                      <a:pt x="101120" y="0"/>
                    </a:cubicBezTo>
                    <a:close/>
                    <a:moveTo>
                      <a:pt x="46949" y="62198"/>
                    </a:moveTo>
                    <a:cubicBezTo>
                      <a:pt x="51995" y="65075"/>
                      <a:pt x="57802" y="66332"/>
                      <a:pt x="63580" y="65818"/>
                    </a:cubicBezTo>
                    <a:cubicBezTo>
                      <a:pt x="71307" y="64865"/>
                      <a:pt x="78910" y="63141"/>
                      <a:pt x="86294" y="60674"/>
                    </a:cubicBezTo>
                    <a:lnTo>
                      <a:pt x="50560" y="39910"/>
                    </a:lnTo>
                    <a:cubicBezTo>
                      <a:pt x="37445" y="48606"/>
                      <a:pt x="36238" y="56036"/>
                      <a:pt x="46949" y="62198"/>
                    </a:cubicBezTo>
                    <a:close/>
                    <a:moveTo>
                      <a:pt x="172399" y="72676"/>
                    </a:moveTo>
                    <a:cubicBezTo>
                      <a:pt x="166953" y="69675"/>
                      <a:pt x="160680" y="68532"/>
                      <a:pt x="154532" y="69437"/>
                    </a:cubicBezTo>
                    <a:cubicBezTo>
                      <a:pt x="146092" y="70561"/>
                      <a:pt x="137757" y="72409"/>
                      <a:pt x="129632" y="74962"/>
                    </a:cubicBezTo>
                    <a:lnTo>
                      <a:pt x="165176" y="95536"/>
                    </a:lnTo>
                    <a:cubicBezTo>
                      <a:pt x="180287" y="86296"/>
                      <a:pt x="182758" y="78677"/>
                      <a:pt x="172399" y="7267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" name="Google Shape;4406;p48">
              <a:extLst>
                <a:ext uri="{FF2B5EF4-FFF2-40B4-BE49-F238E27FC236}">
                  <a16:creationId xmlns:a16="http://schemas.microsoft.com/office/drawing/2014/main" id="{33FB74B4-ED36-AEDA-54DE-C4FD22C12288}"/>
                </a:ext>
              </a:extLst>
            </p:cNvPr>
            <p:cNvGrpSpPr/>
            <p:nvPr/>
          </p:nvGrpSpPr>
          <p:grpSpPr>
            <a:xfrm>
              <a:off x="3213031" y="4002823"/>
              <a:ext cx="664504" cy="467011"/>
              <a:chOff x="4994131" y="4819173"/>
              <a:chExt cx="664504" cy="467011"/>
            </a:xfrm>
          </p:grpSpPr>
          <p:sp>
            <p:nvSpPr>
              <p:cNvPr id="181" name="Google Shape;4407;p48">
                <a:extLst>
                  <a:ext uri="{FF2B5EF4-FFF2-40B4-BE49-F238E27FC236}">
                    <a16:creationId xmlns:a16="http://schemas.microsoft.com/office/drawing/2014/main" id="{34E875A2-FE63-5F3D-34FC-33A1D4320FE9}"/>
                  </a:ext>
                </a:extLst>
              </p:cNvPr>
              <p:cNvSpPr/>
              <p:nvPr/>
            </p:nvSpPr>
            <p:spPr>
              <a:xfrm>
                <a:off x="4994131" y="490156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4408;p48">
                <a:extLst>
                  <a:ext uri="{FF2B5EF4-FFF2-40B4-BE49-F238E27FC236}">
                    <a16:creationId xmlns:a16="http://schemas.microsoft.com/office/drawing/2014/main" id="{FE767847-98FB-FBD4-C171-075934CA9590}"/>
                  </a:ext>
                </a:extLst>
              </p:cNvPr>
              <p:cNvSpPr/>
              <p:nvPr/>
            </p:nvSpPr>
            <p:spPr>
              <a:xfrm>
                <a:off x="4994226" y="5009197"/>
                <a:ext cx="65576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576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576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4409;p48">
                <a:extLst>
                  <a:ext uri="{FF2B5EF4-FFF2-40B4-BE49-F238E27FC236}">
                    <a16:creationId xmlns:a16="http://schemas.microsoft.com/office/drawing/2014/main" id="{11AA32E9-4F0A-1D87-DA32-D5ABF0907948}"/>
                  </a:ext>
                </a:extLst>
              </p:cNvPr>
              <p:cNvSpPr/>
              <p:nvPr/>
            </p:nvSpPr>
            <p:spPr>
              <a:xfrm>
                <a:off x="5608645" y="5011483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4410;p48">
                <a:extLst>
                  <a:ext uri="{FF2B5EF4-FFF2-40B4-BE49-F238E27FC236}">
                    <a16:creationId xmlns:a16="http://schemas.microsoft.com/office/drawing/2014/main" id="{A4E2CD5A-54DD-3A92-2B10-28D4C29713CD}"/>
                  </a:ext>
                </a:extLst>
              </p:cNvPr>
              <p:cNvSpPr/>
              <p:nvPr/>
            </p:nvSpPr>
            <p:spPr>
              <a:xfrm>
                <a:off x="4994131" y="4819173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4411;p48">
                <a:extLst>
                  <a:ext uri="{FF2B5EF4-FFF2-40B4-BE49-F238E27FC236}">
                    <a16:creationId xmlns:a16="http://schemas.microsoft.com/office/drawing/2014/main" id="{A38F729A-3F49-75E1-D96F-318A1E4F9E4F}"/>
                  </a:ext>
                </a:extLst>
              </p:cNvPr>
              <p:cNvSpPr/>
              <p:nvPr/>
            </p:nvSpPr>
            <p:spPr>
              <a:xfrm>
                <a:off x="5088612" y="4871585"/>
                <a:ext cx="475616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16" h="275248" extrusionOk="0">
                    <a:moveTo>
                      <a:pt x="475175" y="145899"/>
                    </a:moveTo>
                    <a:cubicBezTo>
                      <a:pt x="471849" y="178284"/>
                      <a:pt x="448849" y="210193"/>
                      <a:pt x="405987" y="234958"/>
                    </a:cubicBezTo>
                    <a:cubicBezTo>
                      <a:pt x="313040" y="288679"/>
                      <a:pt x="162500" y="288679"/>
                      <a:pt x="69553" y="234958"/>
                    </a:cubicBezTo>
                    <a:cubicBezTo>
                      <a:pt x="26691" y="210193"/>
                      <a:pt x="3692" y="178284"/>
                      <a:pt x="461" y="145899"/>
                    </a:cubicBezTo>
                    <a:cubicBezTo>
                      <a:pt x="-3626" y="107799"/>
                      <a:pt x="19468" y="69699"/>
                      <a:pt x="69553" y="40362"/>
                    </a:cubicBezTo>
                    <a:cubicBezTo>
                      <a:pt x="162500" y="-13454"/>
                      <a:pt x="313040" y="-13454"/>
                      <a:pt x="405987" y="40362"/>
                    </a:cubicBezTo>
                    <a:cubicBezTo>
                      <a:pt x="456072" y="69223"/>
                      <a:pt x="479167" y="107990"/>
                      <a:pt x="475175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4412;p48">
                <a:extLst>
                  <a:ext uri="{FF2B5EF4-FFF2-40B4-BE49-F238E27FC236}">
                    <a16:creationId xmlns:a16="http://schemas.microsoft.com/office/drawing/2014/main" id="{7B6D5863-4E5B-AF31-FF89-448D8049361D}"/>
                  </a:ext>
                </a:extLst>
              </p:cNvPr>
              <p:cNvSpPr/>
              <p:nvPr/>
            </p:nvSpPr>
            <p:spPr>
              <a:xfrm>
                <a:off x="5089073" y="4888063"/>
                <a:ext cx="474714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714" h="258770" extrusionOk="0">
                    <a:moveTo>
                      <a:pt x="474714" y="129421"/>
                    </a:moveTo>
                    <a:cubicBezTo>
                      <a:pt x="471388" y="161806"/>
                      <a:pt x="448389" y="193715"/>
                      <a:pt x="405527" y="218480"/>
                    </a:cubicBezTo>
                    <a:cubicBezTo>
                      <a:pt x="312580" y="272201"/>
                      <a:pt x="162040" y="272201"/>
                      <a:pt x="69092" y="218480"/>
                    </a:cubicBezTo>
                    <a:cubicBezTo>
                      <a:pt x="26230" y="193715"/>
                      <a:pt x="3231" y="161806"/>
                      <a:pt x="0" y="129421"/>
                    </a:cubicBezTo>
                    <a:cubicBezTo>
                      <a:pt x="3231" y="97036"/>
                      <a:pt x="26230" y="65127"/>
                      <a:pt x="69092" y="40362"/>
                    </a:cubicBezTo>
                    <a:cubicBezTo>
                      <a:pt x="162040" y="-13454"/>
                      <a:pt x="312580" y="-13454"/>
                      <a:pt x="405527" y="40362"/>
                    </a:cubicBezTo>
                    <a:cubicBezTo>
                      <a:pt x="448389" y="64937"/>
                      <a:pt x="471388" y="97036"/>
                      <a:pt x="474714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4413;p48">
                <a:extLst>
                  <a:ext uri="{FF2B5EF4-FFF2-40B4-BE49-F238E27FC236}">
                    <a16:creationId xmlns:a16="http://schemas.microsoft.com/office/drawing/2014/main" id="{53F176C6-5CCA-850E-96C4-33CEE87E25ED}"/>
                  </a:ext>
                </a:extLst>
              </p:cNvPr>
              <p:cNvSpPr/>
              <p:nvPr/>
            </p:nvSpPr>
            <p:spPr>
              <a:xfrm>
                <a:off x="5211197" y="4950333"/>
                <a:ext cx="220817" cy="138588"/>
              </a:xfrm>
              <a:custGeom>
                <a:avLst/>
                <a:gdLst/>
                <a:ahLst/>
                <a:cxnLst/>
                <a:rect l="l" t="t" r="r" b="b"/>
                <a:pathLst>
                  <a:path w="220817" h="138588" extrusionOk="0">
                    <a:moveTo>
                      <a:pt x="111669" y="21717"/>
                    </a:moveTo>
                    <a:cubicBezTo>
                      <a:pt x="108742" y="21679"/>
                      <a:pt x="105815" y="21898"/>
                      <a:pt x="102926" y="22384"/>
                    </a:cubicBezTo>
                    <a:cubicBezTo>
                      <a:pt x="99030" y="22955"/>
                      <a:pt x="94658" y="23717"/>
                      <a:pt x="89811" y="24765"/>
                    </a:cubicBezTo>
                    <a:cubicBezTo>
                      <a:pt x="84964" y="25813"/>
                      <a:pt x="80307" y="27051"/>
                      <a:pt x="74700" y="28670"/>
                    </a:cubicBezTo>
                    <a:cubicBezTo>
                      <a:pt x="69596" y="30204"/>
                      <a:pt x="64607" y="32109"/>
                      <a:pt x="59779" y="34385"/>
                    </a:cubicBezTo>
                    <a:lnTo>
                      <a:pt x="97794" y="56483"/>
                    </a:lnTo>
                    <a:lnTo>
                      <a:pt x="104637" y="54007"/>
                    </a:lnTo>
                    <a:cubicBezTo>
                      <a:pt x="114141" y="50768"/>
                      <a:pt x="123644" y="48006"/>
                      <a:pt x="132198" y="45815"/>
                    </a:cubicBezTo>
                    <a:cubicBezTo>
                      <a:pt x="140276" y="43624"/>
                      <a:pt x="148554" y="42253"/>
                      <a:pt x="156908" y="41720"/>
                    </a:cubicBezTo>
                    <a:cubicBezTo>
                      <a:pt x="164511" y="41215"/>
                      <a:pt x="172152" y="41720"/>
                      <a:pt x="179622" y="43244"/>
                    </a:cubicBezTo>
                    <a:cubicBezTo>
                      <a:pt x="187282" y="44872"/>
                      <a:pt x="194638" y="47739"/>
                      <a:pt x="201385" y="51721"/>
                    </a:cubicBezTo>
                    <a:cubicBezTo>
                      <a:pt x="208009" y="55064"/>
                      <a:pt x="213664" y="60045"/>
                      <a:pt x="217827" y="66199"/>
                    </a:cubicBezTo>
                    <a:cubicBezTo>
                      <a:pt x="220602" y="70656"/>
                      <a:pt x="221495" y="76038"/>
                      <a:pt x="220298" y="81153"/>
                    </a:cubicBezTo>
                    <a:cubicBezTo>
                      <a:pt x="218673" y="86773"/>
                      <a:pt x="215584" y="91869"/>
                      <a:pt x="211364" y="95917"/>
                    </a:cubicBezTo>
                    <a:cubicBezTo>
                      <a:pt x="206118" y="101213"/>
                      <a:pt x="200245" y="105851"/>
                      <a:pt x="193877" y="109728"/>
                    </a:cubicBezTo>
                    <a:lnTo>
                      <a:pt x="218207" y="123825"/>
                    </a:lnTo>
                    <a:lnTo>
                      <a:pt x="204902" y="131445"/>
                    </a:lnTo>
                    <a:lnTo>
                      <a:pt x="180382" y="117253"/>
                    </a:lnTo>
                    <a:cubicBezTo>
                      <a:pt x="168730" y="123044"/>
                      <a:pt x="156537" y="127663"/>
                      <a:pt x="143982" y="131064"/>
                    </a:cubicBezTo>
                    <a:cubicBezTo>
                      <a:pt x="130829" y="134731"/>
                      <a:pt x="117372" y="137255"/>
                      <a:pt x="103781" y="138589"/>
                    </a:cubicBezTo>
                    <a:lnTo>
                      <a:pt x="91236" y="116014"/>
                    </a:lnTo>
                    <a:cubicBezTo>
                      <a:pt x="94829" y="115919"/>
                      <a:pt x="98412" y="115633"/>
                      <a:pt x="101976" y="115157"/>
                    </a:cubicBezTo>
                    <a:cubicBezTo>
                      <a:pt x="107345" y="114510"/>
                      <a:pt x="112667" y="113586"/>
                      <a:pt x="117942" y="112395"/>
                    </a:cubicBezTo>
                    <a:cubicBezTo>
                      <a:pt x="123834" y="111157"/>
                      <a:pt x="130107" y="109538"/>
                      <a:pt x="136950" y="107632"/>
                    </a:cubicBezTo>
                    <a:cubicBezTo>
                      <a:pt x="143460" y="105823"/>
                      <a:pt x="149818" y="103499"/>
                      <a:pt x="155957" y="100679"/>
                    </a:cubicBezTo>
                    <a:lnTo>
                      <a:pt x="117942" y="78677"/>
                    </a:lnTo>
                    <a:lnTo>
                      <a:pt x="113000" y="80391"/>
                    </a:lnTo>
                    <a:lnTo>
                      <a:pt x="107773" y="82010"/>
                    </a:lnTo>
                    <a:cubicBezTo>
                      <a:pt x="98269" y="85182"/>
                      <a:pt x="89526" y="87659"/>
                      <a:pt x="81543" y="89440"/>
                    </a:cubicBezTo>
                    <a:cubicBezTo>
                      <a:pt x="74177" y="91154"/>
                      <a:pt x="66669" y="92145"/>
                      <a:pt x="59114" y="92393"/>
                    </a:cubicBezTo>
                    <a:cubicBezTo>
                      <a:pt x="52471" y="92678"/>
                      <a:pt x="45827" y="92069"/>
                      <a:pt x="39346" y="90583"/>
                    </a:cubicBezTo>
                    <a:cubicBezTo>
                      <a:pt x="32893" y="89040"/>
                      <a:pt x="26715" y="86535"/>
                      <a:pt x="21003" y="83153"/>
                    </a:cubicBezTo>
                    <a:cubicBezTo>
                      <a:pt x="14769" y="79848"/>
                      <a:pt x="9352" y="75200"/>
                      <a:pt x="5132" y="69532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78" y="49263"/>
                      <a:pt x="3573" y="44044"/>
                      <a:pt x="7128" y="39814"/>
                    </a:cubicBezTo>
                    <a:cubicBezTo>
                      <a:pt x="11481" y="34357"/>
                      <a:pt x="16679" y="29623"/>
                      <a:pt x="22524" y="25813"/>
                    </a:cubicBezTo>
                    <a:lnTo>
                      <a:pt x="0" y="12763"/>
                    </a:lnTo>
                    <a:lnTo>
                      <a:pt x="13305" y="5048"/>
                    </a:lnTo>
                    <a:lnTo>
                      <a:pt x="35639" y="18002"/>
                    </a:lnTo>
                    <a:cubicBezTo>
                      <a:pt x="46093" y="12783"/>
                      <a:pt x="57089" y="8725"/>
                      <a:pt x="68427" y="5905"/>
                    </a:cubicBezTo>
                    <a:cubicBezTo>
                      <a:pt x="79195" y="3143"/>
                      <a:pt x="90162" y="1171"/>
                      <a:pt x="101215" y="0"/>
                    </a:cubicBezTo>
                    <a:close/>
                    <a:moveTo>
                      <a:pt x="46759" y="61817"/>
                    </a:moveTo>
                    <a:cubicBezTo>
                      <a:pt x="51758" y="64732"/>
                      <a:pt x="57546" y="65999"/>
                      <a:pt x="63295" y="65437"/>
                    </a:cubicBezTo>
                    <a:cubicBezTo>
                      <a:pt x="71050" y="64494"/>
                      <a:pt x="78691" y="62770"/>
                      <a:pt x="86104" y="60293"/>
                    </a:cubicBezTo>
                    <a:lnTo>
                      <a:pt x="50275" y="39624"/>
                    </a:lnTo>
                    <a:cubicBezTo>
                      <a:pt x="37160" y="48454"/>
                      <a:pt x="35991" y="55978"/>
                      <a:pt x="46759" y="62198"/>
                    </a:cubicBezTo>
                    <a:close/>
                    <a:moveTo>
                      <a:pt x="172209" y="72295"/>
                    </a:moveTo>
                    <a:cubicBezTo>
                      <a:pt x="166753" y="69323"/>
                      <a:pt x="160481" y="68218"/>
                      <a:pt x="154342" y="69152"/>
                    </a:cubicBezTo>
                    <a:cubicBezTo>
                      <a:pt x="145874" y="70237"/>
                      <a:pt x="137510" y="72057"/>
                      <a:pt x="129347" y="74581"/>
                    </a:cubicBezTo>
                    <a:lnTo>
                      <a:pt x="164891" y="95155"/>
                    </a:lnTo>
                    <a:cubicBezTo>
                      <a:pt x="180097" y="86296"/>
                      <a:pt x="182473" y="78867"/>
                      <a:pt x="17220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4414;p48">
                <a:extLst>
                  <a:ext uri="{FF2B5EF4-FFF2-40B4-BE49-F238E27FC236}">
                    <a16:creationId xmlns:a16="http://schemas.microsoft.com/office/drawing/2014/main" id="{2A0953E2-29FE-411A-A196-2707C7B2952D}"/>
                  </a:ext>
                </a:extLst>
              </p:cNvPr>
              <p:cNvSpPr/>
              <p:nvPr/>
            </p:nvSpPr>
            <p:spPr>
              <a:xfrm>
                <a:off x="5302433" y="5053393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4415;p48">
                <a:extLst>
                  <a:ext uri="{FF2B5EF4-FFF2-40B4-BE49-F238E27FC236}">
                    <a16:creationId xmlns:a16="http://schemas.microsoft.com/office/drawing/2014/main" id="{C2751A54-4F20-3FFE-45F5-495EAC795E44}"/>
                  </a:ext>
                </a:extLst>
              </p:cNvPr>
              <p:cNvSpPr/>
              <p:nvPr/>
            </p:nvSpPr>
            <p:spPr>
              <a:xfrm>
                <a:off x="5397946" y="5061584"/>
                <a:ext cx="31647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858" extrusionOk="0">
                    <a:moveTo>
                      <a:pt x="31648" y="12954"/>
                    </a:moveTo>
                    <a:lnTo>
                      <a:pt x="31648" y="0"/>
                    </a:lnTo>
                    <a:lnTo>
                      <a:pt x="0" y="2477"/>
                    </a:lnTo>
                    <a:lnTo>
                      <a:pt x="18152" y="14859"/>
                    </a:lnTo>
                    <a:lnTo>
                      <a:pt x="31648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4416;p48">
                <a:extLst>
                  <a:ext uri="{FF2B5EF4-FFF2-40B4-BE49-F238E27FC236}">
                    <a16:creationId xmlns:a16="http://schemas.microsoft.com/office/drawing/2014/main" id="{44429121-0C41-D2BF-A286-B77027E36D43}"/>
                  </a:ext>
                </a:extLst>
              </p:cNvPr>
              <p:cNvSpPr/>
              <p:nvPr/>
            </p:nvSpPr>
            <p:spPr>
              <a:xfrm>
                <a:off x="5408591" y="5014055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4417;p48">
                <a:extLst>
                  <a:ext uri="{FF2B5EF4-FFF2-40B4-BE49-F238E27FC236}">
                    <a16:creationId xmlns:a16="http://schemas.microsoft.com/office/drawing/2014/main" id="{FD7A1C9D-EA66-E7DD-1B82-388A2C3A3B76}"/>
                  </a:ext>
                </a:extLst>
              </p:cNvPr>
              <p:cNvSpPr/>
              <p:nvPr/>
            </p:nvSpPr>
            <p:spPr>
              <a:xfrm>
                <a:off x="5334271" y="501891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8" y="24670"/>
                    </a:lnTo>
                    <a:cubicBezTo>
                      <a:pt x="33928" y="24670"/>
                      <a:pt x="13115" y="15907"/>
                      <a:pt x="12450" y="15145"/>
                    </a:cubicBezTo>
                    <a:cubicBezTo>
                      <a:pt x="11785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4418;p48">
                <a:extLst>
                  <a:ext uri="{FF2B5EF4-FFF2-40B4-BE49-F238E27FC236}">
                    <a16:creationId xmlns:a16="http://schemas.microsoft.com/office/drawing/2014/main" id="{BAF5307F-35AC-A256-A382-5C078323231F}"/>
                  </a:ext>
                </a:extLst>
              </p:cNvPr>
              <p:cNvSpPr/>
              <p:nvPr/>
            </p:nvSpPr>
            <p:spPr>
              <a:xfrm>
                <a:off x="5261567" y="4977479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287"/>
                    </a:moveTo>
                    <a:lnTo>
                      <a:pt x="36875" y="29146"/>
                    </a:lnTo>
                    <a:lnTo>
                      <a:pt x="44383" y="23717"/>
                    </a:lnTo>
                    <a:lnTo>
                      <a:pt x="39441" y="17907"/>
                    </a:ln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811"/>
                      <a:pt x="7793" y="0"/>
                      <a:pt x="7793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4419;p48">
                <a:extLst>
                  <a:ext uri="{FF2B5EF4-FFF2-40B4-BE49-F238E27FC236}">
                    <a16:creationId xmlns:a16="http://schemas.microsoft.com/office/drawing/2014/main" id="{6049AE15-9A3E-31CA-F912-F8307542D263}"/>
                  </a:ext>
                </a:extLst>
              </p:cNvPr>
              <p:cNvSpPr/>
              <p:nvPr/>
            </p:nvSpPr>
            <p:spPr>
              <a:xfrm>
                <a:off x="5302338" y="4953952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4420;p48">
                <a:extLst>
                  <a:ext uri="{FF2B5EF4-FFF2-40B4-BE49-F238E27FC236}">
                    <a16:creationId xmlns:a16="http://schemas.microsoft.com/office/drawing/2014/main" id="{59D66D8C-6F73-082E-46DB-ECA46ABF8E6E}"/>
                  </a:ext>
                </a:extLst>
              </p:cNvPr>
              <p:cNvSpPr/>
              <p:nvPr/>
            </p:nvSpPr>
            <p:spPr>
              <a:xfrm>
                <a:off x="5210437" y="4950142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8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4421;p48">
                <a:extLst>
                  <a:ext uri="{FF2B5EF4-FFF2-40B4-BE49-F238E27FC236}">
                    <a16:creationId xmlns:a16="http://schemas.microsoft.com/office/drawing/2014/main" id="{D77A313B-D69E-965E-B284-08B0A2011892}"/>
                  </a:ext>
                </a:extLst>
              </p:cNvPr>
              <p:cNvSpPr/>
              <p:nvPr/>
            </p:nvSpPr>
            <p:spPr>
              <a:xfrm>
                <a:off x="5211197" y="4993481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4422;p48">
                <a:extLst>
                  <a:ext uri="{FF2B5EF4-FFF2-40B4-BE49-F238E27FC236}">
                    <a16:creationId xmlns:a16="http://schemas.microsoft.com/office/drawing/2014/main" id="{F87FCA77-B165-AA5A-FB24-DB41B1718633}"/>
                  </a:ext>
                </a:extLst>
              </p:cNvPr>
              <p:cNvSpPr/>
              <p:nvPr/>
            </p:nvSpPr>
            <p:spPr>
              <a:xfrm>
                <a:off x="5211197" y="4937378"/>
                <a:ext cx="22081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0817" h="139065" extrusionOk="0">
                    <a:moveTo>
                      <a:pt x="111669" y="22098"/>
                    </a:moveTo>
                    <a:cubicBezTo>
                      <a:pt x="108742" y="22098"/>
                      <a:pt x="105815" y="22355"/>
                      <a:pt x="102926" y="22860"/>
                    </a:cubicBezTo>
                    <a:cubicBezTo>
                      <a:pt x="99030" y="23336"/>
                      <a:pt x="94658" y="24194"/>
                      <a:pt x="89811" y="25146"/>
                    </a:cubicBezTo>
                    <a:cubicBezTo>
                      <a:pt x="84964" y="26099"/>
                      <a:pt x="80307" y="27527"/>
                      <a:pt x="74700" y="29051"/>
                    </a:cubicBezTo>
                    <a:cubicBezTo>
                      <a:pt x="69606" y="30623"/>
                      <a:pt x="64626" y="32538"/>
                      <a:pt x="59779" y="34766"/>
                    </a:cubicBezTo>
                    <a:lnTo>
                      <a:pt x="97794" y="56864"/>
                    </a:lnTo>
                    <a:lnTo>
                      <a:pt x="104637" y="54483"/>
                    </a:lnTo>
                    <a:cubicBezTo>
                      <a:pt x="114141" y="51245"/>
                      <a:pt x="123644" y="48483"/>
                      <a:pt x="132198" y="46196"/>
                    </a:cubicBezTo>
                    <a:cubicBezTo>
                      <a:pt x="140276" y="44006"/>
                      <a:pt x="148554" y="42634"/>
                      <a:pt x="156908" y="42101"/>
                    </a:cubicBezTo>
                    <a:cubicBezTo>
                      <a:pt x="164511" y="41643"/>
                      <a:pt x="172142" y="42148"/>
                      <a:pt x="179622" y="43625"/>
                    </a:cubicBezTo>
                    <a:cubicBezTo>
                      <a:pt x="187291" y="45291"/>
                      <a:pt x="194638" y="48187"/>
                      <a:pt x="201385" y="52197"/>
                    </a:cubicBezTo>
                    <a:cubicBezTo>
                      <a:pt x="208028" y="55512"/>
                      <a:pt x="213693" y="60503"/>
                      <a:pt x="217827" y="66675"/>
                    </a:cubicBezTo>
                    <a:cubicBezTo>
                      <a:pt x="220602" y="71133"/>
                      <a:pt x="221495" y="76515"/>
                      <a:pt x="220298" y="81629"/>
                    </a:cubicBezTo>
                    <a:cubicBezTo>
                      <a:pt x="218644" y="87249"/>
                      <a:pt x="215574" y="92335"/>
                      <a:pt x="211364" y="96393"/>
                    </a:cubicBezTo>
                    <a:cubicBezTo>
                      <a:pt x="206090" y="101660"/>
                      <a:pt x="200226" y="106299"/>
                      <a:pt x="193877" y="110204"/>
                    </a:cubicBezTo>
                    <a:lnTo>
                      <a:pt x="218207" y="124206"/>
                    </a:lnTo>
                    <a:lnTo>
                      <a:pt x="204902" y="131921"/>
                    </a:lnTo>
                    <a:lnTo>
                      <a:pt x="180382" y="117729"/>
                    </a:lnTo>
                    <a:cubicBezTo>
                      <a:pt x="168711" y="123473"/>
                      <a:pt x="156527" y="128102"/>
                      <a:pt x="143982" y="131541"/>
                    </a:cubicBezTo>
                    <a:cubicBezTo>
                      <a:pt x="130810" y="135169"/>
                      <a:pt x="117372" y="137684"/>
                      <a:pt x="103781" y="139065"/>
                    </a:cubicBezTo>
                    <a:lnTo>
                      <a:pt x="91236" y="116015"/>
                    </a:lnTo>
                    <a:cubicBezTo>
                      <a:pt x="93612" y="116015"/>
                      <a:pt x="97129" y="116015"/>
                      <a:pt x="101976" y="115253"/>
                    </a:cubicBezTo>
                    <a:cubicBezTo>
                      <a:pt x="106823" y="114491"/>
                      <a:pt x="112050" y="113729"/>
                      <a:pt x="117942" y="112491"/>
                    </a:cubicBezTo>
                    <a:cubicBezTo>
                      <a:pt x="123834" y="111252"/>
                      <a:pt x="130107" y="109633"/>
                      <a:pt x="136950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6"/>
                    </a:lnTo>
                    <a:cubicBezTo>
                      <a:pt x="99163" y="85011"/>
                      <a:pt x="90410" y="87468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1" y="92745"/>
                      <a:pt x="45818" y="92107"/>
                      <a:pt x="39346" y="90583"/>
                    </a:cubicBezTo>
                    <a:cubicBezTo>
                      <a:pt x="32912" y="89030"/>
                      <a:pt x="26734" y="86563"/>
                      <a:pt x="21003" y="83249"/>
                    </a:cubicBezTo>
                    <a:cubicBezTo>
                      <a:pt x="14759" y="79915"/>
                      <a:pt x="9342" y="75229"/>
                      <a:pt x="5132" y="69533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97" y="49292"/>
                      <a:pt x="3592" y="44110"/>
                      <a:pt x="7128" y="39910"/>
                    </a:cubicBezTo>
                    <a:cubicBezTo>
                      <a:pt x="11500" y="34443"/>
                      <a:pt x="16698" y="29689"/>
                      <a:pt x="22524" y="25813"/>
                    </a:cubicBezTo>
                    <a:lnTo>
                      <a:pt x="0" y="12764"/>
                    </a:lnTo>
                    <a:lnTo>
                      <a:pt x="13305" y="5144"/>
                    </a:lnTo>
                    <a:lnTo>
                      <a:pt x="35639" y="18002"/>
                    </a:lnTo>
                    <a:cubicBezTo>
                      <a:pt x="46093" y="12811"/>
                      <a:pt x="57089" y="8782"/>
                      <a:pt x="68427" y="6001"/>
                    </a:cubicBezTo>
                    <a:cubicBezTo>
                      <a:pt x="79205" y="3258"/>
                      <a:pt x="90162" y="1248"/>
                      <a:pt x="101215" y="0"/>
                    </a:cubicBezTo>
                    <a:close/>
                    <a:moveTo>
                      <a:pt x="46759" y="62294"/>
                    </a:moveTo>
                    <a:cubicBezTo>
                      <a:pt x="51786" y="65113"/>
                      <a:pt x="57555" y="66342"/>
                      <a:pt x="63295" y="65818"/>
                    </a:cubicBezTo>
                    <a:cubicBezTo>
                      <a:pt x="71069" y="64970"/>
                      <a:pt x="78720" y="63246"/>
                      <a:pt x="86104" y="60674"/>
                    </a:cubicBezTo>
                    <a:lnTo>
                      <a:pt x="50275" y="40005"/>
                    </a:lnTo>
                    <a:cubicBezTo>
                      <a:pt x="37160" y="48578"/>
                      <a:pt x="35991" y="56007"/>
                      <a:pt x="46759" y="62294"/>
                    </a:cubicBezTo>
                    <a:close/>
                    <a:moveTo>
                      <a:pt x="172209" y="72771"/>
                    </a:moveTo>
                    <a:cubicBezTo>
                      <a:pt x="166763" y="69771"/>
                      <a:pt x="160491" y="68628"/>
                      <a:pt x="154342" y="69533"/>
                    </a:cubicBezTo>
                    <a:cubicBezTo>
                      <a:pt x="145864" y="70609"/>
                      <a:pt x="137491" y="72457"/>
                      <a:pt x="129347" y="75057"/>
                    </a:cubicBezTo>
                    <a:lnTo>
                      <a:pt x="164891" y="95631"/>
                    </a:lnTo>
                    <a:cubicBezTo>
                      <a:pt x="180097" y="86297"/>
                      <a:pt x="182473" y="78677"/>
                      <a:pt x="17220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" name="Google Shape;4423;p48">
              <a:extLst>
                <a:ext uri="{FF2B5EF4-FFF2-40B4-BE49-F238E27FC236}">
                  <a16:creationId xmlns:a16="http://schemas.microsoft.com/office/drawing/2014/main" id="{99D737A0-E59D-9130-1B81-7A1EAA7CADFD}"/>
                </a:ext>
              </a:extLst>
            </p:cNvPr>
            <p:cNvGrpSpPr/>
            <p:nvPr/>
          </p:nvGrpSpPr>
          <p:grpSpPr>
            <a:xfrm>
              <a:off x="3192597" y="3904144"/>
              <a:ext cx="664599" cy="467011"/>
              <a:chOff x="4973697" y="4720494"/>
              <a:chExt cx="664599" cy="467011"/>
            </a:xfrm>
          </p:grpSpPr>
          <p:sp>
            <p:nvSpPr>
              <p:cNvPr id="165" name="Google Shape;4424;p48">
                <a:extLst>
                  <a:ext uri="{FF2B5EF4-FFF2-40B4-BE49-F238E27FC236}">
                    <a16:creationId xmlns:a16="http://schemas.microsoft.com/office/drawing/2014/main" id="{72F8CC78-D0B2-93D1-AE58-A68FB064AAA6}"/>
                  </a:ext>
                </a:extLst>
              </p:cNvPr>
              <p:cNvSpPr/>
              <p:nvPr/>
            </p:nvSpPr>
            <p:spPr>
              <a:xfrm>
                <a:off x="4973697" y="480288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4425;p48">
                <a:extLst>
                  <a:ext uri="{FF2B5EF4-FFF2-40B4-BE49-F238E27FC236}">
                    <a16:creationId xmlns:a16="http://schemas.microsoft.com/office/drawing/2014/main" id="{242F21CD-EAF4-7361-2DE5-912CDC3D5056}"/>
                  </a:ext>
                </a:extLst>
              </p:cNvPr>
              <p:cNvSpPr/>
              <p:nvPr/>
            </p:nvSpPr>
            <p:spPr>
              <a:xfrm>
                <a:off x="4973792" y="491051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4426;p48">
                <a:extLst>
                  <a:ext uri="{FF2B5EF4-FFF2-40B4-BE49-F238E27FC236}">
                    <a16:creationId xmlns:a16="http://schemas.microsoft.com/office/drawing/2014/main" id="{04734B32-CE89-4F4F-46A9-39B325A75CBA}"/>
                  </a:ext>
                </a:extLst>
              </p:cNvPr>
              <p:cNvSpPr/>
              <p:nvPr/>
            </p:nvSpPr>
            <p:spPr>
              <a:xfrm>
                <a:off x="5588212" y="4912804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536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4427;p48">
                <a:extLst>
                  <a:ext uri="{FF2B5EF4-FFF2-40B4-BE49-F238E27FC236}">
                    <a16:creationId xmlns:a16="http://schemas.microsoft.com/office/drawing/2014/main" id="{C580F223-59C7-CF86-F9CD-53D0DCFDE5A7}"/>
                  </a:ext>
                </a:extLst>
              </p:cNvPr>
              <p:cNvSpPr/>
              <p:nvPr/>
            </p:nvSpPr>
            <p:spPr>
              <a:xfrm>
                <a:off x="4973697" y="472049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4428;p48">
                <a:extLst>
                  <a:ext uri="{FF2B5EF4-FFF2-40B4-BE49-F238E27FC236}">
                    <a16:creationId xmlns:a16="http://schemas.microsoft.com/office/drawing/2014/main" id="{73F5E35C-0CA6-BD8E-88BE-08E3A0F3EB55}"/>
                  </a:ext>
                </a:extLst>
              </p:cNvPr>
              <p:cNvSpPr/>
              <p:nvPr/>
            </p:nvSpPr>
            <p:spPr>
              <a:xfrm>
                <a:off x="5068198" y="4772810"/>
                <a:ext cx="475691" cy="275343"/>
              </a:xfrm>
              <a:custGeom>
                <a:avLst/>
                <a:gdLst/>
                <a:ahLst/>
                <a:cxnLst/>
                <a:rect l="l" t="t" r="r" b="b"/>
                <a:pathLst>
                  <a:path w="475691" h="275343" extrusionOk="0">
                    <a:moveTo>
                      <a:pt x="475252" y="145899"/>
                    </a:moveTo>
                    <a:cubicBezTo>
                      <a:pt x="471925" y="178284"/>
                      <a:pt x="448831" y="210193"/>
                      <a:pt x="406064" y="235053"/>
                    </a:cubicBezTo>
                    <a:cubicBezTo>
                      <a:pt x="313117" y="288774"/>
                      <a:pt x="162482" y="288774"/>
                      <a:pt x="69630" y="235053"/>
                    </a:cubicBezTo>
                    <a:cubicBezTo>
                      <a:pt x="26768" y="210193"/>
                      <a:pt x="3769" y="177903"/>
                      <a:pt x="443" y="145899"/>
                    </a:cubicBezTo>
                    <a:cubicBezTo>
                      <a:pt x="-3549" y="107799"/>
                      <a:pt x="19450" y="69699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054" y="69318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4429;p48">
                <a:extLst>
                  <a:ext uri="{FF2B5EF4-FFF2-40B4-BE49-F238E27FC236}">
                    <a16:creationId xmlns:a16="http://schemas.microsoft.com/office/drawing/2014/main" id="{4E078D96-AFF5-1C87-D89F-5A7700A839D7}"/>
                  </a:ext>
                </a:extLst>
              </p:cNvPr>
              <p:cNvSpPr/>
              <p:nvPr/>
            </p:nvSpPr>
            <p:spPr>
              <a:xfrm>
                <a:off x="5068640" y="4789288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575"/>
                    </a:cubicBezTo>
                    <a:cubicBezTo>
                      <a:pt x="312675" y="272296"/>
                      <a:pt x="162040" y="272296"/>
                      <a:pt x="69188" y="218575"/>
                    </a:cubicBezTo>
                    <a:cubicBezTo>
                      <a:pt x="26325" y="193715"/>
                      <a:pt x="3326" y="161425"/>
                      <a:pt x="0" y="129421"/>
                    </a:cubicBezTo>
                    <a:cubicBezTo>
                      <a:pt x="3326" y="97036"/>
                      <a:pt x="26325" y="65223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223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4430;p48">
                <a:extLst>
                  <a:ext uri="{FF2B5EF4-FFF2-40B4-BE49-F238E27FC236}">
                    <a16:creationId xmlns:a16="http://schemas.microsoft.com/office/drawing/2014/main" id="{C5DC6A35-05F4-CC77-3526-A545C8DE51A6}"/>
                  </a:ext>
                </a:extLst>
              </p:cNvPr>
              <p:cNvSpPr/>
              <p:nvPr/>
            </p:nvSpPr>
            <p:spPr>
              <a:xfrm>
                <a:off x="5190479" y="4851558"/>
                <a:ext cx="221040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040" h="139065" extrusionOk="0">
                    <a:moveTo>
                      <a:pt x="111955" y="22193"/>
                    </a:moveTo>
                    <a:cubicBezTo>
                      <a:pt x="109027" y="22155"/>
                      <a:pt x="106100" y="22374"/>
                      <a:pt x="103211" y="22860"/>
                    </a:cubicBezTo>
                    <a:cubicBezTo>
                      <a:pt x="99315" y="23431"/>
                      <a:pt x="94943" y="24194"/>
                      <a:pt x="90096" y="25241"/>
                    </a:cubicBezTo>
                    <a:cubicBezTo>
                      <a:pt x="84992" y="26280"/>
                      <a:pt x="79946" y="27575"/>
                      <a:pt x="74985" y="29146"/>
                    </a:cubicBezTo>
                    <a:cubicBezTo>
                      <a:pt x="69872" y="30632"/>
                      <a:pt x="64882" y="32509"/>
                      <a:pt x="60064" y="34766"/>
                    </a:cubicBezTo>
                    <a:lnTo>
                      <a:pt x="98079" y="56864"/>
                    </a:lnTo>
                    <a:lnTo>
                      <a:pt x="104922" y="54483"/>
                    </a:lnTo>
                    <a:cubicBezTo>
                      <a:pt x="114426" y="51245"/>
                      <a:pt x="123929" y="48482"/>
                      <a:pt x="132388" y="46196"/>
                    </a:cubicBezTo>
                    <a:cubicBezTo>
                      <a:pt x="140476" y="44063"/>
                      <a:pt x="148753" y="42691"/>
                      <a:pt x="157098" y="42100"/>
                    </a:cubicBezTo>
                    <a:cubicBezTo>
                      <a:pt x="164739" y="41672"/>
                      <a:pt x="172399" y="42215"/>
                      <a:pt x="179907" y="43720"/>
                    </a:cubicBezTo>
                    <a:cubicBezTo>
                      <a:pt x="187576" y="45330"/>
                      <a:pt x="194932" y="48187"/>
                      <a:pt x="201670" y="52197"/>
                    </a:cubicBezTo>
                    <a:cubicBezTo>
                      <a:pt x="208294" y="55540"/>
                      <a:pt x="213949" y="60522"/>
                      <a:pt x="218112" y="66675"/>
                    </a:cubicBezTo>
                    <a:cubicBezTo>
                      <a:pt x="220868" y="71142"/>
                      <a:pt x="221723" y="76524"/>
                      <a:pt x="220488" y="81629"/>
                    </a:cubicBezTo>
                    <a:cubicBezTo>
                      <a:pt x="218872" y="87258"/>
                      <a:pt x="215793" y="92354"/>
                      <a:pt x="211554" y="96393"/>
                    </a:cubicBezTo>
                    <a:cubicBezTo>
                      <a:pt x="206318" y="101660"/>
                      <a:pt x="200473" y="106299"/>
                      <a:pt x="194162" y="110204"/>
                    </a:cubicBezTo>
                    <a:lnTo>
                      <a:pt x="218397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87" y="123530"/>
                      <a:pt x="156765" y="128159"/>
                      <a:pt x="144172" y="131540"/>
                    </a:cubicBezTo>
                    <a:cubicBezTo>
                      <a:pt x="131010" y="135179"/>
                      <a:pt x="117562" y="137703"/>
                      <a:pt x="103971" y="139065"/>
                    </a:cubicBezTo>
                    <a:lnTo>
                      <a:pt x="91236" y="116110"/>
                    </a:lnTo>
                    <a:cubicBezTo>
                      <a:pt x="94800" y="116014"/>
                      <a:pt x="98355" y="115729"/>
                      <a:pt x="101881" y="115253"/>
                    </a:cubicBezTo>
                    <a:cubicBezTo>
                      <a:pt x="107279" y="114614"/>
                      <a:pt x="112639" y="113690"/>
                      <a:pt x="117942" y="112490"/>
                    </a:cubicBezTo>
                    <a:cubicBezTo>
                      <a:pt x="123834" y="111252"/>
                      <a:pt x="130012" y="109633"/>
                      <a:pt x="136950" y="107728"/>
                    </a:cubicBezTo>
                    <a:cubicBezTo>
                      <a:pt x="143441" y="105870"/>
                      <a:pt x="149799" y="103546"/>
                      <a:pt x="155957" y="100774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8269" y="85249"/>
                      <a:pt x="89431" y="87725"/>
                      <a:pt x="81447" y="89535"/>
                    </a:cubicBezTo>
                    <a:cubicBezTo>
                      <a:pt x="74111" y="91202"/>
                      <a:pt x="66631" y="92192"/>
                      <a:pt x="59114" y="92488"/>
                    </a:cubicBezTo>
                    <a:cubicBezTo>
                      <a:pt x="52470" y="92726"/>
                      <a:pt x="45827" y="92126"/>
                      <a:pt x="39346" y="90678"/>
                    </a:cubicBezTo>
                    <a:cubicBezTo>
                      <a:pt x="32902" y="89125"/>
                      <a:pt x="26715" y="86620"/>
                      <a:pt x="21003" y="83248"/>
                    </a:cubicBezTo>
                    <a:cubicBezTo>
                      <a:pt x="14712" y="79943"/>
                      <a:pt x="9257" y="75257"/>
                      <a:pt x="5037" y="69532"/>
                    </a:cubicBezTo>
                    <a:cubicBezTo>
                      <a:pt x="1958" y="65246"/>
                      <a:pt x="447" y="60036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71" y="34461"/>
                      <a:pt x="16689" y="29708"/>
                      <a:pt x="22524" y="25813"/>
                    </a:cubicBezTo>
                    <a:lnTo>
                      <a:pt x="0" y="12859"/>
                    </a:lnTo>
                    <a:lnTo>
                      <a:pt x="13210" y="5144"/>
                    </a:lnTo>
                    <a:lnTo>
                      <a:pt x="35544" y="18097"/>
                    </a:lnTo>
                    <a:cubicBezTo>
                      <a:pt x="45998" y="12878"/>
                      <a:pt x="56994" y="8820"/>
                      <a:pt x="68332" y="6001"/>
                    </a:cubicBezTo>
                    <a:cubicBezTo>
                      <a:pt x="79110" y="3257"/>
                      <a:pt x="90067" y="1248"/>
                      <a:pt x="101120" y="0"/>
                    </a:cubicBezTo>
                    <a:close/>
                    <a:moveTo>
                      <a:pt x="47044" y="62294"/>
                    </a:moveTo>
                    <a:cubicBezTo>
                      <a:pt x="52043" y="65199"/>
                      <a:pt x="57830" y="66427"/>
                      <a:pt x="63580" y="65818"/>
                    </a:cubicBezTo>
                    <a:cubicBezTo>
                      <a:pt x="71307" y="64951"/>
                      <a:pt x="78929" y="63265"/>
                      <a:pt x="86294" y="60770"/>
                    </a:cubicBezTo>
                    <a:lnTo>
                      <a:pt x="50560" y="40005"/>
                    </a:lnTo>
                    <a:cubicBezTo>
                      <a:pt x="37540" y="48673"/>
                      <a:pt x="35924" y="56102"/>
                      <a:pt x="47139" y="62294"/>
                    </a:cubicBezTo>
                    <a:close/>
                    <a:moveTo>
                      <a:pt x="172494" y="72771"/>
                    </a:moveTo>
                    <a:cubicBezTo>
                      <a:pt x="167020" y="69752"/>
                      <a:pt x="160709" y="68609"/>
                      <a:pt x="154532" y="69532"/>
                    </a:cubicBezTo>
                    <a:cubicBezTo>
                      <a:pt x="146092" y="70656"/>
                      <a:pt x="137757" y="72504"/>
                      <a:pt x="129632" y="75057"/>
                    </a:cubicBezTo>
                    <a:lnTo>
                      <a:pt x="165176" y="95631"/>
                    </a:lnTo>
                    <a:cubicBezTo>
                      <a:pt x="180382" y="86296"/>
                      <a:pt x="182853" y="78705"/>
                      <a:pt x="172589" y="7286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4431;p48">
                <a:extLst>
                  <a:ext uri="{FF2B5EF4-FFF2-40B4-BE49-F238E27FC236}">
                    <a16:creationId xmlns:a16="http://schemas.microsoft.com/office/drawing/2014/main" id="{B21AFD03-FC8E-5563-BB53-A2D55C6FF01E}"/>
                  </a:ext>
                </a:extLst>
              </p:cNvPr>
              <p:cNvSpPr/>
              <p:nvPr/>
            </p:nvSpPr>
            <p:spPr>
              <a:xfrm>
                <a:off x="5282000" y="495471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4432;p48">
                <a:extLst>
                  <a:ext uri="{FF2B5EF4-FFF2-40B4-BE49-F238E27FC236}">
                    <a16:creationId xmlns:a16="http://schemas.microsoft.com/office/drawing/2014/main" id="{D036B583-200E-C240-7AA6-C7E3381A3142}"/>
                  </a:ext>
                </a:extLst>
              </p:cNvPr>
              <p:cNvSpPr/>
              <p:nvPr/>
            </p:nvSpPr>
            <p:spPr>
              <a:xfrm>
                <a:off x="5377608" y="4962906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859"/>
                    </a:moveTo>
                    <a:lnTo>
                      <a:pt x="31552" y="0"/>
                    </a:lnTo>
                    <a:lnTo>
                      <a:pt x="0" y="2381"/>
                    </a:lnTo>
                    <a:lnTo>
                      <a:pt x="18152" y="14859"/>
                    </a:lnTo>
                    <a:lnTo>
                      <a:pt x="31552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4433;p48">
                <a:extLst>
                  <a:ext uri="{FF2B5EF4-FFF2-40B4-BE49-F238E27FC236}">
                    <a16:creationId xmlns:a16="http://schemas.microsoft.com/office/drawing/2014/main" id="{A4E3FED5-EF54-AEB0-29FC-1DF5427C66EA}"/>
                  </a:ext>
                </a:extLst>
              </p:cNvPr>
              <p:cNvSpPr/>
              <p:nvPr/>
            </p:nvSpPr>
            <p:spPr>
              <a:xfrm>
                <a:off x="5388158" y="4915376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4434;p48">
                <a:extLst>
                  <a:ext uri="{FF2B5EF4-FFF2-40B4-BE49-F238E27FC236}">
                    <a16:creationId xmlns:a16="http://schemas.microsoft.com/office/drawing/2014/main" id="{D0E318B6-B153-400B-D6F4-670A2A1298C0}"/>
                  </a:ext>
                </a:extLst>
              </p:cNvPr>
              <p:cNvSpPr/>
              <p:nvPr/>
            </p:nvSpPr>
            <p:spPr>
              <a:xfrm>
                <a:off x="5313838" y="4920138"/>
                <a:ext cx="35639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5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4435;p48">
                <a:extLst>
                  <a:ext uri="{FF2B5EF4-FFF2-40B4-BE49-F238E27FC236}">
                    <a16:creationId xmlns:a16="http://schemas.microsoft.com/office/drawing/2014/main" id="{6F1ACD54-DD0F-7114-4507-885350D30AC3}"/>
                  </a:ext>
                </a:extLst>
              </p:cNvPr>
              <p:cNvSpPr/>
              <p:nvPr/>
            </p:nvSpPr>
            <p:spPr>
              <a:xfrm>
                <a:off x="5241229" y="4878705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382"/>
                    </a:moveTo>
                    <a:lnTo>
                      <a:pt x="36875" y="29242"/>
                    </a:lnTo>
                    <a:lnTo>
                      <a:pt x="44383" y="23813"/>
                    </a:lnTo>
                    <a:cubicBezTo>
                      <a:pt x="44383" y="23813"/>
                      <a:pt x="39726" y="18479"/>
                      <a:pt x="39441" y="17907"/>
                    </a:cubicBezTo>
                    <a:cubicBezTo>
                      <a:pt x="39156" y="17335"/>
                      <a:pt x="30697" y="8858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4436;p48">
                <a:extLst>
                  <a:ext uri="{FF2B5EF4-FFF2-40B4-BE49-F238E27FC236}">
                    <a16:creationId xmlns:a16="http://schemas.microsoft.com/office/drawing/2014/main" id="{FB849FF4-0E28-A933-FB2F-B512E06D4C0F}"/>
                  </a:ext>
                </a:extLst>
              </p:cNvPr>
              <p:cNvSpPr/>
              <p:nvPr/>
            </p:nvSpPr>
            <p:spPr>
              <a:xfrm>
                <a:off x="5282000" y="485527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4437;p48">
                <a:extLst>
                  <a:ext uri="{FF2B5EF4-FFF2-40B4-BE49-F238E27FC236}">
                    <a16:creationId xmlns:a16="http://schemas.microsoft.com/office/drawing/2014/main" id="{E2202755-AC1B-F41D-6ED0-EE8EC8299E81}"/>
                  </a:ext>
                </a:extLst>
              </p:cNvPr>
              <p:cNvSpPr/>
              <p:nvPr/>
            </p:nvSpPr>
            <p:spPr>
              <a:xfrm>
                <a:off x="5190099" y="4851463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4438;p48">
                <a:extLst>
                  <a:ext uri="{FF2B5EF4-FFF2-40B4-BE49-F238E27FC236}">
                    <a16:creationId xmlns:a16="http://schemas.microsoft.com/office/drawing/2014/main" id="{72CC201D-A45E-8D5D-947F-6B4120D938DB}"/>
                  </a:ext>
                </a:extLst>
              </p:cNvPr>
              <p:cNvSpPr/>
              <p:nvPr/>
            </p:nvSpPr>
            <p:spPr>
              <a:xfrm>
                <a:off x="5190859" y="4894802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1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4439;p48">
                <a:extLst>
                  <a:ext uri="{FF2B5EF4-FFF2-40B4-BE49-F238E27FC236}">
                    <a16:creationId xmlns:a16="http://schemas.microsoft.com/office/drawing/2014/main" id="{6D30A488-0858-693C-95A7-EC1BF80D956E}"/>
                  </a:ext>
                </a:extLst>
              </p:cNvPr>
              <p:cNvSpPr/>
              <p:nvPr/>
            </p:nvSpPr>
            <p:spPr>
              <a:xfrm>
                <a:off x="5190764" y="4838795"/>
                <a:ext cx="221036" cy="139064"/>
              </a:xfrm>
              <a:custGeom>
                <a:avLst/>
                <a:gdLst/>
                <a:ahLst/>
                <a:cxnLst/>
                <a:rect l="l" t="t" r="r" b="b"/>
                <a:pathLst>
                  <a:path w="221036" h="139064" extrusionOk="0">
                    <a:moveTo>
                      <a:pt x="111669" y="22003"/>
                    </a:moveTo>
                    <a:cubicBezTo>
                      <a:pt x="108742" y="22012"/>
                      <a:pt x="105825" y="22231"/>
                      <a:pt x="102926" y="22670"/>
                    </a:cubicBezTo>
                    <a:cubicBezTo>
                      <a:pt x="99029" y="23241"/>
                      <a:pt x="94658" y="24003"/>
                      <a:pt x="89811" y="25051"/>
                    </a:cubicBezTo>
                    <a:cubicBezTo>
                      <a:pt x="84964" y="26098"/>
                      <a:pt x="80307" y="27432"/>
                      <a:pt x="74700" y="28956"/>
                    </a:cubicBezTo>
                    <a:cubicBezTo>
                      <a:pt x="69596" y="30518"/>
                      <a:pt x="64616" y="32423"/>
                      <a:pt x="59779" y="34671"/>
                    </a:cubicBezTo>
                    <a:lnTo>
                      <a:pt x="97794" y="56769"/>
                    </a:lnTo>
                    <a:lnTo>
                      <a:pt x="104637" y="54292"/>
                    </a:lnTo>
                    <a:cubicBezTo>
                      <a:pt x="114140" y="51054"/>
                      <a:pt x="123644" y="48387"/>
                      <a:pt x="132103" y="46101"/>
                    </a:cubicBezTo>
                    <a:cubicBezTo>
                      <a:pt x="140181" y="43920"/>
                      <a:pt x="148459" y="42548"/>
                      <a:pt x="156812" y="42005"/>
                    </a:cubicBezTo>
                    <a:cubicBezTo>
                      <a:pt x="164454" y="41500"/>
                      <a:pt x="172123" y="42005"/>
                      <a:pt x="179622" y="43529"/>
                    </a:cubicBezTo>
                    <a:cubicBezTo>
                      <a:pt x="187282" y="45177"/>
                      <a:pt x="194628" y="48035"/>
                      <a:pt x="201385" y="52006"/>
                    </a:cubicBezTo>
                    <a:cubicBezTo>
                      <a:pt x="208123" y="55340"/>
                      <a:pt x="213883" y="60360"/>
                      <a:pt x="218112" y="66580"/>
                    </a:cubicBezTo>
                    <a:cubicBezTo>
                      <a:pt x="220868" y="71085"/>
                      <a:pt x="221714" y="76495"/>
                      <a:pt x="220488" y="81629"/>
                    </a:cubicBezTo>
                    <a:cubicBezTo>
                      <a:pt x="218872" y="87230"/>
                      <a:pt x="215793" y="92297"/>
                      <a:pt x="211554" y="96298"/>
                    </a:cubicBezTo>
                    <a:cubicBezTo>
                      <a:pt x="206337" y="101594"/>
                      <a:pt x="200501" y="106232"/>
                      <a:pt x="194162" y="110109"/>
                    </a:cubicBezTo>
                    <a:lnTo>
                      <a:pt x="218397" y="124206"/>
                    </a:lnTo>
                    <a:lnTo>
                      <a:pt x="205187" y="131826"/>
                    </a:lnTo>
                    <a:lnTo>
                      <a:pt x="180667" y="117729"/>
                    </a:lnTo>
                    <a:cubicBezTo>
                      <a:pt x="168987" y="123501"/>
                      <a:pt x="156765" y="128092"/>
                      <a:pt x="144172" y="131445"/>
                    </a:cubicBezTo>
                    <a:cubicBezTo>
                      <a:pt x="131010" y="135122"/>
                      <a:pt x="117562" y="137665"/>
                      <a:pt x="103971" y="139065"/>
                    </a:cubicBezTo>
                    <a:lnTo>
                      <a:pt x="91236" y="116014"/>
                    </a:lnTo>
                    <a:cubicBezTo>
                      <a:pt x="94800" y="115919"/>
                      <a:pt x="98355" y="115633"/>
                      <a:pt x="101881" y="115157"/>
                    </a:cubicBezTo>
                    <a:cubicBezTo>
                      <a:pt x="107288" y="114567"/>
                      <a:pt x="112648" y="113643"/>
                      <a:pt x="117942" y="112395"/>
                    </a:cubicBezTo>
                    <a:cubicBezTo>
                      <a:pt x="123834" y="111157"/>
                      <a:pt x="130012" y="109538"/>
                      <a:pt x="136950" y="107632"/>
                    </a:cubicBezTo>
                    <a:cubicBezTo>
                      <a:pt x="143460" y="105823"/>
                      <a:pt x="149818" y="103489"/>
                      <a:pt x="155957" y="100679"/>
                    </a:cubicBezTo>
                    <a:lnTo>
                      <a:pt x="117942" y="78676"/>
                    </a:lnTo>
                    <a:cubicBezTo>
                      <a:pt x="116326" y="79334"/>
                      <a:pt x="114673" y="79905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8" y="89440"/>
                    </a:cubicBezTo>
                    <a:cubicBezTo>
                      <a:pt x="74111" y="91135"/>
                      <a:pt x="66631" y="92154"/>
                      <a:pt x="59114" y="92488"/>
                    </a:cubicBezTo>
                    <a:cubicBezTo>
                      <a:pt x="52470" y="92697"/>
                      <a:pt x="45827" y="92059"/>
                      <a:pt x="39346" y="90583"/>
                    </a:cubicBezTo>
                    <a:cubicBezTo>
                      <a:pt x="32883" y="89068"/>
                      <a:pt x="26696" y="86563"/>
                      <a:pt x="21003" y="83153"/>
                    </a:cubicBezTo>
                    <a:cubicBezTo>
                      <a:pt x="14702" y="79915"/>
                      <a:pt x="9238" y="75247"/>
                      <a:pt x="5037" y="69532"/>
                    </a:cubicBezTo>
                    <a:cubicBezTo>
                      <a:pt x="1977" y="65246"/>
                      <a:pt x="466" y="60036"/>
                      <a:pt x="760" y="54769"/>
                    </a:cubicBezTo>
                    <a:cubicBezTo>
                      <a:pt x="1331" y="49273"/>
                      <a:pt x="3507" y="44062"/>
                      <a:pt x="7033" y="39814"/>
                    </a:cubicBezTo>
                    <a:cubicBezTo>
                      <a:pt x="11471" y="34404"/>
                      <a:pt x="16698" y="29680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5544" y="18002"/>
                    </a:lnTo>
                    <a:cubicBezTo>
                      <a:pt x="45998" y="12782"/>
                      <a:pt x="56994" y="8725"/>
                      <a:pt x="68332" y="5905"/>
                    </a:cubicBezTo>
                    <a:cubicBezTo>
                      <a:pt x="79110" y="3143"/>
                      <a:pt x="90067" y="1171"/>
                      <a:pt x="101120" y="0"/>
                    </a:cubicBezTo>
                    <a:close/>
                    <a:moveTo>
                      <a:pt x="46759" y="62103"/>
                    </a:moveTo>
                    <a:cubicBezTo>
                      <a:pt x="51748" y="65037"/>
                      <a:pt x="57536" y="66304"/>
                      <a:pt x="63295" y="65722"/>
                    </a:cubicBezTo>
                    <a:cubicBezTo>
                      <a:pt x="71031" y="64818"/>
                      <a:pt x="78644" y="63094"/>
                      <a:pt x="86009" y="60579"/>
                    </a:cubicBezTo>
                    <a:lnTo>
                      <a:pt x="50275" y="39910"/>
                    </a:lnTo>
                    <a:cubicBezTo>
                      <a:pt x="37255" y="48482"/>
                      <a:pt x="35639" y="55912"/>
                      <a:pt x="46854" y="62103"/>
                    </a:cubicBezTo>
                    <a:close/>
                    <a:moveTo>
                      <a:pt x="172209" y="72580"/>
                    </a:moveTo>
                    <a:cubicBezTo>
                      <a:pt x="166706" y="69637"/>
                      <a:pt x="160414" y="68532"/>
                      <a:pt x="154246" y="69437"/>
                    </a:cubicBezTo>
                    <a:cubicBezTo>
                      <a:pt x="145807" y="70523"/>
                      <a:pt x="137472" y="72342"/>
                      <a:pt x="129347" y="74866"/>
                    </a:cubicBezTo>
                    <a:lnTo>
                      <a:pt x="164891" y="95440"/>
                    </a:lnTo>
                    <a:cubicBezTo>
                      <a:pt x="180097" y="86230"/>
                      <a:pt x="182568" y="78610"/>
                      <a:pt x="172304" y="7258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" name="Google Shape;4440;p48">
              <a:extLst>
                <a:ext uri="{FF2B5EF4-FFF2-40B4-BE49-F238E27FC236}">
                  <a16:creationId xmlns:a16="http://schemas.microsoft.com/office/drawing/2014/main" id="{386CDDBD-A3CA-83FA-76FB-EC878471AF49}"/>
                </a:ext>
              </a:extLst>
            </p:cNvPr>
            <p:cNvGrpSpPr/>
            <p:nvPr/>
          </p:nvGrpSpPr>
          <p:grpSpPr>
            <a:xfrm>
              <a:off x="3220919" y="3808894"/>
              <a:ext cx="664504" cy="467011"/>
              <a:chOff x="5002019" y="4625244"/>
              <a:chExt cx="664504" cy="467011"/>
            </a:xfrm>
          </p:grpSpPr>
          <p:sp>
            <p:nvSpPr>
              <p:cNvPr id="149" name="Google Shape;4441;p48">
                <a:extLst>
                  <a:ext uri="{FF2B5EF4-FFF2-40B4-BE49-F238E27FC236}">
                    <a16:creationId xmlns:a16="http://schemas.microsoft.com/office/drawing/2014/main" id="{8868C7FD-2696-398E-35F3-4FD2FA85CD6E}"/>
                  </a:ext>
                </a:extLst>
              </p:cNvPr>
              <p:cNvSpPr/>
              <p:nvPr/>
            </p:nvSpPr>
            <p:spPr>
              <a:xfrm>
                <a:off x="5002019" y="470763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4442;p48">
                <a:extLst>
                  <a:ext uri="{FF2B5EF4-FFF2-40B4-BE49-F238E27FC236}">
                    <a16:creationId xmlns:a16="http://schemas.microsoft.com/office/drawing/2014/main" id="{8046AB5D-C09F-3591-87F6-B0278327DBD2}"/>
                  </a:ext>
                </a:extLst>
              </p:cNvPr>
              <p:cNvSpPr/>
              <p:nvPr/>
            </p:nvSpPr>
            <p:spPr>
              <a:xfrm>
                <a:off x="5002019" y="481526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4443;p48">
                <a:extLst>
                  <a:ext uri="{FF2B5EF4-FFF2-40B4-BE49-F238E27FC236}">
                    <a16:creationId xmlns:a16="http://schemas.microsoft.com/office/drawing/2014/main" id="{4E8F43AC-574D-FD9E-BEC2-C9F442CBF95E}"/>
                  </a:ext>
                </a:extLst>
              </p:cNvPr>
              <p:cNvSpPr/>
              <p:nvPr/>
            </p:nvSpPr>
            <p:spPr>
              <a:xfrm>
                <a:off x="5616534" y="481755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4444;p48">
                <a:extLst>
                  <a:ext uri="{FF2B5EF4-FFF2-40B4-BE49-F238E27FC236}">
                    <a16:creationId xmlns:a16="http://schemas.microsoft.com/office/drawing/2014/main" id="{E441B331-EB9C-326F-934F-EFC2D36B37F8}"/>
                  </a:ext>
                </a:extLst>
              </p:cNvPr>
              <p:cNvSpPr/>
              <p:nvPr/>
            </p:nvSpPr>
            <p:spPr>
              <a:xfrm>
                <a:off x="5002019" y="462524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4445;p48">
                <a:extLst>
                  <a:ext uri="{FF2B5EF4-FFF2-40B4-BE49-F238E27FC236}">
                    <a16:creationId xmlns:a16="http://schemas.microsoft.com/office/drawing/2014/main" id="{3083C168-830D-16E7-F3DD-BF354577DACD}"/>
                  </a:ext>
                </a:extLst>
              </p:cNvPr>
              <p:cNvSpPr/>
              <p:nvPr/>
            </p:nvSpPr>
            <p:spPr>
              <a:xfrm>
                <a:off x="5096424" y="4677655"/>
                <a:ext cx="475693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3" h="275248" extrusionOk="0">
                    <a:moveTo>
                      <a:pt x="475252" y="145899"/>
                    </a:moveTo>
                    <a:cubicBezTo>
                      <a:pt x="471925" y="178284"/>
                      <a:pt x="448926" y="210193"/>
                      <a:pt x="406064" y="234958"/>
                    </a:cubicBezTo>
                    <a:cubicBezTo>
                      <a:pt x="313117" y="288679"/>
                      <a:pt x="162577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577" y="-13454"/>
                      <a:pt x="313117" y="-13454"/>
                      <a:pt x="406064" y="40362"/>
                    </a:cubicBezTo>
                    <a:cubicBezTo>
                      <a:pt x="456149" y="69223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4446;p48">
                <a:extLst>
                  <a:ext uri="{FF2B5EF4-FFF2-40B4-BE49-F238E27FC236}">
                    <a16:creationId xmlns:a16="http://schemas.microsoft.com/office/drawing/2014/main" id="{FF13CB75-8770-B162-43D7-983029EA7672}"/>
                  </a:ext>
                </a:extLst>
              </p:cNvPr>
              <p:cNvSpPr/>
              <p:nvPr/>
            </p:nvSpPr>
            <p:spPr>
              <a:xfrm>
                <a:off x="5096866" y="469413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484" y="193715"/>
                      <a:pt x="405622" y="218480"/>
                    </a:cubicBezTo>
                    <a:cubicBezTo>
                      <a:pt x="312675" y="272201"/>
                      <a:pt x="162135" y="272201"/>
                      <a:pt x="69188" y="218480"/>
                    </a:cubicBezTo>
                    <a:cubicBezTo>
                      <a:pt x="26325" y="193715"/>
                      <a:pt x="3326" y="161806"/>
                      <a:pt x="0" y="129421"/>
                    </a:cubicBezTo>
                    <a:cubicBezTo>
                      <a:pt x="3326" y="97036"/>
                      <a:pt x="26325" y="65127"/>
                      <a:pt x="69188" y="40362"/>
                    </a:cubicBezTo>
                    <a:cubicBezTo>
                      <a:pt x="162135" y="-13454"/>
                      <a:pt x="312675" y="-13454"/>
                      <a:pt x="405622" y="40362"/>
                    </a:cubicBezTo>
                    <a:cubicBezTo>
                      <a:pt x="448484" y="65127"/>
                      <a:pt x="471673" y="96941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4447;p48">
                <a:extLst>
                  <a:ext uri="{FF2B5EF4-FFF2-40B4-BE49-F238E27FC236}">
                    <a16:creationId xmlns:a16="http://schemas.microsoft.com/office/drawing/2014/main" id="{CB957CCE-FCD5-D49D-07FF-91AD8D26DBE8}"/>
                  </a:ext>
                </a:extLst>
              </p:cNvPr>
              <p:cNvSpPr/>
              <p:nvPr/>
            </p:nvSpPr>
            <p:spPr>
              <a:xfrm>
                <a:off x="5218990" y="4756403"/>
                <a:ext cx="221102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9065" extrusionOk="0">
                    <a:moveTo>
                      <a:pt x="111955" y="22098"/>
                    </a:moveTo>
                    <a:cubicBezTo>
                      <a:pt x="109027" y="22060"/>
                      <a:pt x="106100" y="22279"/>
                      <a:pt x="103211" y="22765"/>
                    </a:cubicBezTo>
                    <a:cubicBezTo>
                      <a:pt x="99315" y="23336"/>
                      <a:pt x="94943" y="24099"/>
                      <a:pt x="90096" y="25146"/>
                    </a:cubicBezTo>
                    <a:cubicBezTo>
                      <a:pt x="85249" y="26194"/>
                      <a:pt x="80592" y="27527"/>
                      <a:pt x="74985" y="29051"/>
                    </a:cubicBezTo>
                    <a:cubicBezTo>
                      <a:pt x="69881" y="30585"/>
                      <a:pt x="64892" y="32490"/>
                      <a:pt x="60064" y="34766"/>
                    </a:cubicBezTo>
                    <a:lnTo>
                      <a:pt x="98079" y="56864"/>
                    </a:lnTo>
                    <a:lnTo>
                      <a:pt x="104922" y="54388"/>
                    </a:lnTo>
                    <a:cubicBezTo>
                      <a:pt x="114426" y="51149"/>
                      <a:pt x="123929" y="48483"/>
                      <a:pt x="132388" y="46196"/>
                    </a:cubicBezTo>
                    <a:cubicBezTo>
                      <a:pt x="140504" y="44015"/>
                      <a:pt x="148810" y="42644"/>
                      <a:pt x="157193" y="42101"/>
                    </a:cubicBezTo>
                    <a:cubicBezTo>
                      <a:pt x="164796" y="41596"/>
                      <a:pt x="172437" y="42101"/>
                      <a:pt x="179907" y="43625"/>
                    </a:cubicBezTo>
                    <a:cubicBezTo>
                      <a:pt x="187567" y="45253"/>
                      <a:pt x="194923" y="48120"/>
                      <a:pt x="201670" y="52102"/>
                    </a:cubicBezTo>
                    <a:cubicBezTo>
                      <a:pt x="208294" y="55445"/>
                      <a:pt x="213949" y="60427"/>
                      <a:pt x="218112" y="66580"/>
                    </a:cubicBezTo>
                    <a:cubicBezTo>
                      <a:pt x="220887" y="71038"/>
                      <a:pt x="221780" y="76419"/>
                      <a:pt x="220583" y="81534"/>
                    </a:cubicBezTo>
                    <a:cubicBezTo>
                      <a:pt x="218958" y="87154"/>
                      <a:pt x="215869" y="92250"/>
                      <a:pt x="211649" y="96298"/>
                    </a:cubicBezTo>
                    <a:cubicBezTo>
                      <a:pt x="206403" y="101594"/>
                      <a:pt x="200530" y="106232"/>
                      <a:pt x="194162" y="110109"/>
                    </a:cubicBezTo>
                    <a:lnTo>
                      <a:pt x="218492" y="124206"/>
                    </a:lnTo>
                    <a:lnTo>
                      <a:pt x="205187" y="131826"/>
                    </a:lnTo>
                    <a:lnTo>
                      <a:pt x="180667" y="117729"/>
                    </a:lnTo>
                    <a:cubicBezTo>
                      <a:pt x="169015" y="123482"/>
                      <a:pt x="156822" y="128083"/>
                      <a:pt x="144267" y="131445"/>
                    </a:cubicBezTo>
                    <a:cubicBezTo>
                      <a:pt x="131105" y="135103"/>
                      <a:pt x="117657" y="137646"/>
                      <a:pt x="104066" y="139065"/>
                    </a:cubicBezTo>
                    <a:lnTo>
                      <a:pt x="91236" y="116015"/>
                    </a:lnTo>
                    <a:cubicBezTo>
                      <a:pt x="94829" y="115919"/>
                      <a:pt x="98412" y="115634"/>
                      <a:pt x="101976" y="115158"/>
                    </a:cubicBezTo>
                    <a:cubicBezTo>
                      <a:pt x="107345" y="114557"/>
                      <a:pt x="112677" y="113633"/>
                      <a:pt x="117942" y="112395"/>
                    </a:cubicBezTo>
                    <a:cubicBezTo>
                      <a:pt x="123834" y="111157"/>
                      <a:pt x="130107" y="109538"/>
                      <a:pt x="136950" y="107633"/>
                    </a:cubicBezTo>
                    <a:cubicBezTo>
                      <a:pt x="143460" y="105823"/>
                      <a:pt x="149818" y="103499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343"/>
                      <a:pt x="114682" y="79924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82"/>
                      <a:pt x="89526" y="87659"/>
                      <a:pt x="81543" y="89440"/>
                    </a:cubicBezTo>
                    <a:cubicBezTo>
                      <a:pt x="74177" y="91135"/>
                      <a:pt x="66669" y="92155"/>
                      <a:pt x="59114" y="92488"/>
                    </a:cubicBezTo>
                    <a:cubicBezTo>
                      <a:pt x="52470" y="92698"/>
                      <a:pt x="45827" y="92059"/>
                      <a:pt x="39346" y="90583"/>
                    </a:cubicBezTo>
                    <a:cubicBezTo>
                      <a:pt x="32893" y="89040"/>
                      <a:pt x="26715" y="86535"/>
                      <a:pt x="21003" y="83153"/>
                    </a:cubicBezTo>
                    <a:cubicBezTo>
                      <a:pt x="14740" y="79886"/>
                      <a:pt x="9314" y="75229"/>
                      <a:pt x="5132" y="69533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40" y="49254"/>
                      <a:pt x="3535" y="44025"/>
                      <a:pt x="7128" y="39815"/>
                    </a:cubicBezTo>
                    <a:cubicBezTo>
                      <a:pt x="11509" y="34376"/>
                      <a:pt x="16698" y="29651"/>
                      <a:pt x="22524" y="25813"/>
                    </a:cubicBezTo>
                    <a:lnTo>
                      <a:pt x="0" y="12764"/>
                    </a:lnTo>
                    <a:lnTo>
                      <a:pt x="13305" y="5049"/>
                    </a:lnTo>
                    <a:lnTo>
                      <a:pt x="35544" y="18002"/>
                    </a:lnTo>
                    <a:cubicBezTo>
                      <a:pt x="46027" y="12783"/>
                      <a:pt x="57061" y="8725"/>
                      <a:pt x="68427" y="5906"/>
                    </a:cubicBezTo>
                    <a:cubicBezTo>
                      <a:pt x="79205" y="3143"/>
                      <a:pt x="90162" y="1172"/>
                      <a:pt x="101215" y="0"/>
                    </a:cubicBezTo>
                    <a:close/>
                    <a:moveTo>
                      <a:pt x="47044" y="62199"/>
                    </a:moveTo>
                    <a:cubicBezTo>
                      <a:pt x="52043" y="65113"/>
                      <a:pt x="57830" y="66380"/>
                      <a:pt x="63580" y="65818"/>
                    </a:cubicBezTo>
                    <a:cubicBezTo>
                      <a:pt x="71345" y="64922"/>
                      <a:pt x="78995" y="63198"/>
                      <a:pt x="86389" y="60674"/>
                    </a:cubicBezTo>
                    <a:lnTo>
                      <a:pt x="50560" y="40005"/>
                    </a:lnTo>
                    <a:cubicBezTo>
                      <a:pt x="37321" y="48578"/>
                      <a:pt x="36086" y="55979"/>
                      <a:pt x="46854" y="62199"/>
                    </a:cubicBezTo>
                    <a:close/>
                    <a:moveTo>
                      <a:pt x="172494" y="72676"/>
                    </a:moveTo>
                    <a:cubicBezTo>
                      <a:pt x="167029" y="69742"/>
                      <a:pt x="160766" y="68637"/>
                      <a:pt x="154627" y="69533"/>
                    </a:cubicBezTo>
                    <a:cubicBezTo>
                      <a:pt x="146159" y="70618"/>
                      <a:pt x="137795" y="72438"/>
                      <a:pt x="129632" y="74962"/>
                    </a:cubicBezTo>
                    <a:lnTo>
                      <a:pt x="165176" y="95536"/>
                    </a:lnTo>
                    <a:cubicBezTo>
                      <a:pt x="180192" y="86297"/>
                      <a:pt x="182568" y="78677"/>
                      <a:pt x="172304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4448;p48">
                <a:extLst>
                  <a:ext uri="{FF2B5EF4-FFF2-40B4-BE49-F238E27FC236}">
                    <a16:creationId xmlns:a16="http://schemas.microsoft.com/office/drawing/2014/main" id="{062CC7A6-125F-9580-E18A-D92AA9B9D3E8}"/>
                  </a:ext>
                </a:extLst>
              </p:cNvPr>
              <p:cNvSpPr/>
              <p:nvPr/>
            </p:nvSpPr>
            <p:spPr>
              <a:xfrm>
                <a:off x="5310227" y="4859464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4449;p48">
                <a:extLst>
                  <a:ext uri="{FF2B5EF4-FFF2-40B4-BE49-F238E27FC236}">
                    <a16:creationId xmlns:a16="http://schemas.microsoft.com/office/drawing/2014/main" id="{AC431A4C-E435-373F-F4A6-AAEB85DF0754}"/>
                  </a:ext>
                </a:extLst>
              </p:cNvPr>
              <p:cNvSpPr/>
              <p:nvPr/>
            </p:nvSpPr>
            <p:spPr>
              <a:xfrm>
                <a:off x="5405835" y="4867656"/>
                <a:ext cx="31647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858" extrusionOk="0">
                    <a:moveTo>
                      <a:pt x="31648" y="12954"/>
                    </a:moveTo>
                    <a:lnTo>
                      <a:pt x="31648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648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4450;p48">
                <a:extLst>
                  <a:ext uri="{FF2B5EF4-FFF2-40B4-BE49-F238E27FC236}">
                    <a16:creationId xmlns:a16="http://schemas.microsoft.com/office/drawing/2014/main" id="{F5499BB2-5E5C-C043-E451-E57BD2FA13C7}"/>
                  </a:ext>
                </a:extLst>
              </p:cNvPr>
              <p:cNvSpPr/>
              <p:nvPr/>
            </p:nvSpPr>
            <p:spPr>
              <a:xfrm>
                <a:off x="5416479" y="4820126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4451;p48">
                <a:extLst>
                  <a:ext uri="{FF2B5EF4-FFF2-40B4-BE49-F238E27FC236}">
                    <a16:creationId xmlns:a16="http://schemas.microsoft.com/office/drawing/2014/main" id="{70E0118C-6E6F-5C5F-C85A-B15A22BA76DE}"/>
                  </a:ext>
                </a:extLst>
              </p:cNvPr>
              <p:cNvSpPr/>
              <p:nvPr/>
            </p:nvSpPr>
            <p:spPr>
              <a:xfrm>
                <a:off x="5342159" y="4824983"/>
                <a:ext cx="35544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544" h="24669" extrusionOk="0">
                    <a:moveTo>
                      <a:pt x="0" y="7525"/>
                    </a:moveTo>
                    <a:lnTo>
                      <a:pt x="7793" y="0"/>
                    </a:lnTo>
                    <a:lnTo>
                      <a:pt x="35544" y="19050"/>
                    </a:lnTo>
                    <a:lnTo>
                      <a:pt x="33834" y="24670"/>
                    </a:lnTo>
                    <a:cubicBezTo>
                      <a:pt x="33834" y="24670"/>
                      <a:pt x="13115" y="15907"/>
                      <a:pt x="12450" y="15145"/>
                    </a:cubicBezTo>
                    <a:cubicBezTo>
                      <a:pt x="11785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4452;p48">
                <a:extLst>
                  <a:ext uri="{FF2B5EF4-FFF2-40B4-BE49-F238E27FC236}">
                    <a16:creationId xmlns:a16="http://schemas.microsoft.com/office/drawing/2014/main" id="{C4F3FB87-C432-5DC7-2788-78274939E827}"/>
                  </a:ext>
                </a:extLst>
              </p:cNvPr>
              <p:cNvSpPr/>
              <p:nvPr/>
            </p:nvSpPr>
            <p:spPr>
              <a:xfrm>
                <a:off x="5269455" y="4783550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lnTo>
                      <a:pt x="39441" y="17907"/>
                    </a:ln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4453;p48">
                <a:extLst>
                  <a:ext uri="{FF2B5EF4-FFF2-40B4-BE49-F238E27FC236}">
                    <a16:creationId xmlns:a16="http://schemas.microsoft.com/office/drawing/2014/main" id="{301C196C-4302-070B-D0FF-DE2B5B969988}"/>
                  </a:ext>
                </a:extLst>
              </p:cNvPr>
              <p:cNvSpPr/>
              <p:nvPr/>
            </p:nvSpPr>
            <p:spPr>
              <a:xfrm>
                <a:off x="5310227" y="4760118"/>
                <a:ext cx="20528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383" extrusionOk="0">
                    <a:moveTo>
                      <a:pt x="20528" y="18383"/>
                    </a:moveTo>
                    <a:lnTo>
                      <a:pt x="20528" y="5429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4454;p48">
                <a:extLst>
                  <a:ext uri="{FF2B5EF4-FFF2-40B4-BE49-F238E27FC236}">
                    <a16:creationId xmlns:a16="http://schemas.microsoft.com/office/drawing/2014/main" id="{A966A4B7-2060-3B53-3C2F-5003F2904323}"/>
                  </a:ext>
                </a:extLst>
              </p:cNvPr>
              <p:cNvSpPr/>
              <p:nvPr/>
            </p:nvSpPr>
            <p:spPr>
              <a:xfrm>
                <a:off x="5218325" y="475621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4455;p48">
                <a:extLst>
                  <a:ext uri="{FF2B5EF4-FFF2-40B4-BE49-F238E27FC236}">
                    <a16:creationId xmlns:a16="http://schemas.microsoft.com/office/drawing/2014/main" id="{E1491C11-0CFC-B79B-48E9-7CF561169E16}"/>
                  </a:ext>
                </a:extLst>
              </p:cNvPr>
              <p:cNvSpPr/>
              <p:nvPr/>
            </p:nvSpPr>
            <p:spPr>
              <a:xfrm>
                <a:off x="5219085" y="4799552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01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4456;p48">
                <a:extLst>
                  <a:ext uri="{FF2B5EF4-FFF2-40B4-BE49-F238E27FC236}">
                    <a16:creationId xmlns:a16="http://schemas.microsoft.com/office/drawing/2014/main" id="{990F280B-B4E4-881C-B58E-73371E69500B}"/>
                  </a:ext>
                </a:extLst>
              </p:cNvPr>
              <p:cNvSpPr/>
              <p:nvPr/>
            </p:nvSpPr>
            <p:spPr>
              <a:xfrm>
                <a:off x="5218990" y="4743450"/>
                <a:ext cx="221102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9065" extrusionOk="0">
                    <a:moveTo>
                      <a:pt x="111955" y="22098"/>
                    </a:moveTo>
                    <a:cubicBezTo>
                      <a:pt x="109027" y="22098"/>
                      <a:pt x="106100" y="22355"/>
                      <a:pt x="103211" y="22860"/>
                    </a:cubicBezTo>
                    <a:cubicBezTo>
                      <a:pt x="99315" y="23431"/>
                      <a:pt x="94943" y="24194"/>
                      <a:pt x="90096" y="25241"/>
                    </a:cubicBezTo>
                    <a:cubicBezTo>
                      <a:pt x="85249" y="26289"/>
                      <a:pt x="80592" y="27527"/>
                      <a:pt x="74985" y="29051"/>
                    </a:cubicBezTo>
                    <a:cubicBezTo>
                      <a:pt x="69891" y="30623"/>
                      <a:pt x="64911" y="32537"/>
                      <a:pt x="60064" y="34766"/>
                    </a:cubicBezTo>
                    <a:lnTo>
                      <a:pt x="98079" y="56864"/>
                    </a:lnTo>
                    <a:lnTo>
                      <a:pt x="104922" y="54483"/>
                    </a:lnTo>
                    <a:cubicBezTo>
                      <a:pt x="114426" y="51245"/>
                      <a:pt x="123929" y="48482"/>
                      <a:pt x="132388" y="46196"/>
                    </a:cubicBezTo>
                    <a:cubicBezTo>
                      <a:pt x="140514" y="44063"/>
                      <a:pt x="148820" y="42691"/>
                      <a:pt x="157193" y="42101"/>
                    </a:cubicBezTo>
                    <a:cubicBezTo>
                      <a:pt x="164796" y="41643"/>
                      <a:pt x="172427" y="42148"/>
                      <a:pt x="179907" y="43624"/>
                    </a:cubicBezTo>
                    <a:cubicBezTo>
                      <a:pt x="187576" y="45291"/>
                      <a:pt x="194923" y="48187"/>
                      <a:pt x="201670" y="52197"/>
                    </a:cubicBezTo>
                    <a:cubicBezTo>
                      <a:pt x="208294" y="55540"/>
                      <a:pt x="213949" y="60522"/>
                      <a:pt x="218112" y="66675"/>
                    </a:cubicBezTo>
                    <a:cubicBezTo>
                      <a:pt x="220887" y="71133"/>
                      <a:pt x="221780" y="76514"/>
                      <a:pt x="220583" y="81629"/>
                    </a:cubicBezTo>
                    <a:cubicBezTo>
                      <a:pt x="218929" y="87249"/>
                      <a:pt x="215859" y="92335"/>
                      <a:pt x="211649" y="96393"/>
                    </a:cubicBezTo>
                    <a:cubicBezTo>
                      <a:pt x="206375" y="101660"/>
                      <a:pt x="200511" y="106299"/>
                      <a:pt x="194162" y="110204"/>
                    </a:cubicBezTo>
                    <a:lnTo>
                      <a:pt x="218492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96" y="123473"/>
                      <a:pt x="156812" y="128102"/>
                      <a:pt x="144267" y="131540"/>
                    </a:cubicBezTo>
                    <a:cubicBezTo>
                      <a:pt x="131095" y="135169"/>
                      <a:pt x="117657" y="137684"/>
                      <a:pt x="104066" y="139065"/>
                    </a:cubicBezTo>
                    <a:lnTo>
                      <a:pt x="91236" y="116014"/>
                    </a:lnTo>
                    <a:cubicBezTo>
                      <a:pt x="94829" y="116014"/>
                      <a:pt x="98421" y="115757"/>
                      <a:pt x="101976" y="115253"/>
                    </a:cubicBezTo>
                    <a:cubicBezTo>
                      <a:pt x="106727" y="114681"/>
                      <a:pt x="112050" y="113729"/>
                      <a:pt x="117942" y="112490"/>
                    </a:cubicBezTo>
                    <a:cubicBezTo>
                      <a:pt x="123834" y="111252"/>
                      <a:pt x="130107" y="109633"/>
                      <a:pt x="136950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9163" y="85011"/>
                      <a:pt x="90410" y="87459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0" y="92726"/>
                      <a:pt x="45827" y="92126"/>
                      <a:pt x="39346" y="90678"/>
                    </a:cubicBezTo>
                    <a:cubicBezTo>
                      <a:pt x="32921" y="89049"/>
                      <a:pt x="26753" y="86544"/>
                      <a:pt x="21003" y="83248"/>
                    </a:cubicBezTo>
                    <a:cubicBezTo>
                      <a:pt x="14759" y="79915"/>
                      <a:pt x="9342" y="75229"/>
                      <a:pt x="5132" y="69532"/>
                    </a:cubicBezTo>
                    <a:cubicBezTo>
                      <a:pt x="2053" y="65246"/>
                      <a:pt x="542" y="60036"/>
                      <a:pt x="855" y="54769"/>
                    </a:cubicBezTo>
                    <a:cubicBezTo>
                      <a:pt x="1359" y="49282"/>
                      <a:pt x="3554" y="44091"/>
                      <a:pt x="7128" y="39910"/>
                    </a:cubicBezTo>
                    <a:cubicBezTo>
                      <a:pt x="11500" y="34442"/>
                      <a:pt x="16698" y="29689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55" y="12849"/>
                      <a:pt x="57070" y="8830"/>
                      <a:pt x="68427" y="6001"/>
                    </a:cubicBezTo>
                    <a:cubicBezTo>
                      <a:pt x="79205" y="3258"/>
                      <a:pt x="90162" y="1248"/>
                      <a:pt x="101215" y="0"/>
                    </a:cubicBezTo>
                    <a:close/>
                    <a:moveTo>
                      <a:pt x="47044" y="62294"/>
                    </a:moveTo>
                    <a:cubicBezTo>
                      <a:pt x="52052" y="65179"/>
                      <a:pt x="57840" y="66408"/>
                      <a:pt x="63580" y="65818"/>
                    </a:cubicBezTo>
                    <a:cubicBezTo>
                      <a:pt x="71345" y="64961"/>
                      <a:pt x="78986" y="63275"/>
                      <a:pt x="86389" y="60770"/>
                    </a:cubicBezTo>
                    <a:lnTo>
                      <a:pt x="50560" y="40005"/>
                    </a:lnTo>
                    <a:cubicBezTo>
                      <a:pt x="37255" y="48673"/>
                      <a:pt x="35924" y="56007"/>
                      <a:pt x="46854" y="62294"/>
                    </a:cubicBezTo>
                    <a:close/>
                    <a:moveTo>
                      <a:pt x="172494" y="72771"/>
                    </a:moveTo>
                    <a:cubicBezTo>
                      <a:pt x="167048" y="69771"/>
                      <a:pt x="160775" y="68628"/>
                      <a:pt x="154627" y="69532"/>
                    </a:cubicBezTo>
                    <a:cubicBezTo>
                      <a:pt x="146149" y="70609"/>
                      <a:pt x="137776" y="72457"/>
                      <a:pt x="129632" y="75057"/>
                    </a:cubicBezTo>
                    <a:lnTo>
                      <a:pt x="165176" y="95631"/>
                    </a:lnTo>
                    <a:cubicBezTo>
                      <a:pt x="180192" y="86296"/>
                      <a:pt x="182568" y="78677"/>
                      <a:pt x="172304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" name="Google Shape;4457;p48">
              <a:extLst>
                <a:ext uri="{FF2B5EF4-FFF2-40B4-BE49-F238E27FC236}">
                  <a16:creationId xmlns:a16="http://schemas.microsoft.com/office/drawing/2014/main" id="{DA3D034C-1BAE-77B7-A646-B9E80FEAF3A9}"/>
                </a:ext>
              </a:extLst>
            </p:cNvPr>
            <p:cNvGrpSpPr/>
            <p:nvPr/>
          </p:nvGrpSpPr>
          <p:grpSpPr>
            <a:xfrm>
              <a:off x="3200486" y="3710215"/>
              <a:ext cx="664598" cy="467011"/>
              <a:chOff x="4981586" y="4526565"/>
              <a:chExt cx="664598" cy="467011"/>
            </a:xfrm>
          </p:grpSpPr>
          <p:sp>
            <p:nvSpPr>
              <p:cNvPr id="133" name="Google Shape;4458;p48">
                <a:extLst>
                  <a:ext uri="{FF2B5EF4-FFF2-40B4-BE49-F238E27FC236}">
                    <a16:creationId xmlns:a16="http://schemas.microsoft.com/office/drawing/2014/main" id="{BA18865B-A072-78D9-8DFC-37E32627E18B}"/>
                  </a:ext>
                </a:extLst>
              </p:cNvPr>
              <p:cNvSpPr/>
              <p:nvPr/>
            </p:nvSpPr>
            <p:spPr>
              <a:xfrm>
                <a:off x="4981586" y="4608957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4459;p48">
                <a:extLst>
                  <a:ext uri="{FF2B5EF4-FFF2-40B4-BE49-F238E27FC236}">
                    <a16:creationId xmlns:a16="http://schemas.microsoft.com/office/drawing/2014/main" id="{E372EC74-CBA7-F6C8-6B9E-7E5EEFB26476}"/>
                  </a:ext>
                </a:extLst>
              </p:cNvPr>
              <p:cNvSpPr/>
              <p:nvPr/>
            </p:nvSpPr>
            <p:spPr>
              <a:xfrm>
                <a:off x="4981681" y="4716589"/>
                <a:ext cx="65671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4460;p48">
                <a:extLst>
                  <a:ext uri="{FF2B5EF4-FFF2-40B4-BE49-F238E27FC236}">
                    <a16:creationId xmlns:a16="http://schemas.microsoft.com/office/drawing/2014/main" id="{1D1BC7A6-0F9E-06E5-C418-C8EB792603C1}"/>
                  </a:ext>
                </a:extLst>
              </p:cNvPr>
              <p:cNvSpPr/>
              <p:nvPr/>
            </p:nvSpPr>
            <p:spPr>
              <a:xfrm>
                <a:off x="5596100" y="4718875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4461;p48">
                <a:extLst>
                  <a:ext uri="{FF2B5EF4-FFF2-40B4-BE49-F238E27FC236}">
                    <a16:creationId xmlns:a16="http://schemas.microsoft.com/office/drawing/2014/main" id="{F191FBFF-9ADC-B724-7B8B-934DF86F77E8}"/>
                  </a:ext>
                </a:extLst>
              </p:cNvPr>
              <p:cNvSpPr/>
              <p:nvPr/>
            </p:nvSpPr>
            <p:spPr>
              <a:xfrm>
                <a:off x="4981586" y="452656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4462;p48">
                <a:extLst>
                  <a:ext uri="{FF2B5EF4-FFF2-40B4-BE49-F238E27FC236}">
                    <a16:creationId xmlns:a16="http://schemas.microsoft.com/office/drawing/2014/main" id="{C645A7F6-11F3-878F-C9FF-48C99DE10931}"/>
                  </a:ext>
                </a:extLst>
              </p:cNvPr>
              <p:cNvSpPr/>
              <p:nvPr/>
            </p:nvSpPr>
            <p:spPr>
              <a:xfrm>
                <a:off x="5076086" y="4578881"/>
                <a:ext cx="475673" cy="275344"/>
              </a:xfrm>
              <a:custGeom>
                <a:avLst/>
                <a:gdLst/>
                <a:ahLst/>
                <a:cxnLst/>
                <a:rect l="l" t="t" r="r" b="b"/>
                <a:pathLst>
                  <a:path w="475673" h="275344" extrusionOk="0">
                    <a:moveTo>
                      <a:pt x="475252" y="145994"/>
                    </a:moveTo>
                    <a:cubicBezTo>
                      <a:pt x="471830" y="178380"/>
                      <a:pt x="448831" y="210193"/>
                      <a:pt x="405969" y="235053"/>
                    </a:cubicBezTo>
                    <a:cubicBezTo>
                      <a:pt x="313117" y="288774"/>
                      <a:pt x="162482" y="288774"/>
                      <a:pt x="69535" y="235053"/>
                    </a:cubicBezTo>
                    <a:cubicBezTo>
                      <a:pt x="26768" y="210193"/>
                      <a:pt x="3769" y="178380"/>
                      <a:pt x="443" y="145994"/>
                    </a:cubicBezTo>
                    <a:cubicBezTo>
                      <a:pt x="-3549" y="107894"/>
                      <a:pt x="19450" y="69318"/>
                      <a:pt x="69535" y="40362"/>
                    </a:cubicBezTo>
                    <a:cubicBezTo>
                      <a:pt x="162482" y="-13454"/>
                      <a:pt x="313117" y="-13454"/>
                      <a:pt x="405969" y="40362"/>
                    </a:cubicBezTo>
                    <a:cubicBezTo>
                      <a:pt x="456054" y="69318"/>
                      <a:pt x="479148" y="108085"/>
                      <a:pt x="475252" y="14599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4463;p48">
                <a:extLst>
                  <a:ext uri="{FF2B5EF4-FFF2-40B4-BE49-F238E27FC236}">
                    <a16:creationId xmlns:a16="http://schemas.microsoft.com/office/drawing/2014/main" id="{8C4BF8E6-3699-3425-41D7-7CFB1FFCBF41}"/>
                  </a:ext>
                </a:extLst>
              </p:cNvPr>
              <p:cNvSpPr/>
              <p:nvPr/>
            </p:nvSpPr>
            <p:spPr>
              <a:xfrm>
                <a:off x="5076528" y="4595360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516"/>
                    </a:moveTo>
                    <a:cubicBezTo>
                      <a:pt x="471388" y="161901"/>
                      <a:pt x="448389" y="193715"/>
                      <a:pt x="405526" y="218575"/>
                    </a:cubicBezTo>
                    <a:cubicBezTo>
                      <a:pt x="312675" y="272296"/>
                      <a:pt x="162040" y="272296"/>
                      <a:pt x="69092" y="218575"/>
                    </a:cubicBezTo>
                    <a:cubicBezTo>
                      <a:pt x="26325" y="193715"/>
                      <a:pt x="3326" y="161901"/>
                      <a:pt x="0" y="129516"/>
                    </a:cubicBezTo>
                    <a:cubicBezTo>
                      <a:pt x="3326" y="97131"/>
                      <a:pt x="26325" y="65222"/>
                      <a:pt x="69092" y="40362"/>
                    </a:cubicBezTo>
                    <a:cubicBezTo>
                      <a:pt x="162040" y="-13454"/>
                      <a:pt x="312675" y="-13454"/>
                      <a:pt x="405526" y="40362"/>
                    </a:cubicBezTo>
                    <a:cubicBezTo>
                      <a:pt x="448389" y="65222"/>
                      <a:pt x="471388" y="97131"/>
                      <a:pt x="474809" y="129516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4464;p48">
                <a:extLst>
                  <a:ext uri="{FF2B5EF4-FFF2-40B4-BE49-F238E27FC236}">
                    <a16:creationId xmlns:a16="http://schemas.microsoft.com/office/drawing/2014/main" id="{F179B7A4-38ED-F2B2-B330-507C5CAF9DE1}"/>
                  </a:ext>
                </a:extLst>
              </p:cNvPr>
              <p:cNvSpPr/>
              <p:nvPr/>
            </p:nvSpPr>
            <p:spPr>
              <a:xfrm>
                <a:off x="5197892" y="4657629"/>
                <a:ext cx="221515" cy="139160"/>
              </a:xfrm>
              <a:custGeom>
                <a:avLst/>
                <a:gdLst/>
                <a:ahLst/>
                <a:cxnLst/>
                <a:rect l="l" t="t" r="r" b="b"/>
                <a:pathLst>
                  <a:path w="221515" h="139160" extrusionOk="0">
                    <a:moveTo>
                      <a:pt x="112525" y="22193"/>
                    </a:moveTo>
                    <a:cubicBezTo>
                      <a:pt x="109598" y="22155"/>
                      <a:pt x="106670" y="22374"/>
                      <a:pt x="103781" y="22860"/>
                    </a:cubicBezTo>
                    <a:cubicBezTo>
                      <a:pt x="99885" y="23432"/>
                      <a:pt x="95513" y="24194"/>
                      <a:pt x="90666" y="25241"/>
                    </a:cubicBezTo>
                    <a:cubicBezTo>
                      <a:pt x="85819" y="26289"/>
                      <a:pt x="81162" y="27527"/>
                      <a:pt x="75460" y="29146"/>
                    </a:cubicBezTo>
                    <a:cubicBezTo>
                      <a:pt x="70376" y="30632"/>
                      <a:pt x="65424" y="32509"/>
                      <a:pt x="60634" y="34766"/>
                    </a:cubicBezTo>
                    <a:lnTo>
                      <a:pt x="98649" y="56960"/>
                    </a:lnTo>
                    <a:lnTo>
                      <a:pt x="105492" y="54483"/>
                    </a:lnTo>
                    <a:cubicBezTo>
                      <a:pt x="114996" y="51245"/>
                      <a:pt x="124500" y="48482"/>
                      <a:pt x="132958" y="46196"/>
                    </a:cubicBezTo>
                    <a:cubicBezTo>
                      <a:pt x="141046" y="44044"/>
                      <a:pt x="149324" y="42701"/>
                      <a:pt x="157668" y="42196"/>
                    </a:cubicBezTo>
                    <a:cubicBezTo>
                      <a:pt x="165309" y="41691"/>
                      <a:pt x="172978" y="42196"/>
                      <a:pt x="180477" y="43720"/>
                    </a:cubicBezTo>
                    <a:cubicBezTo>
                      <a:pt x="188146" y="45330"/>
                      <a:pt x="195502" y="48187"/>
                      <a:pt x="202241" y="52197"/>
                    </a:cubicBezTo>
                    <a:cubicBezTo>
                      <a:pt x="208817" y="55607"/>
                      <a:pt x="214443" y="60617"/>
                      <a:pt x="218587" y="66770"/>
                    </a:cubicBezTo>
                    <a:cubicBezTo>
                      <a:pt x="221343" y="71238"/>
                      <a:pt x="222199" y="76619"/>
                      <a:pt x="220963" y="81725"/>
                    </a:cubicBezTo>
                    <a:cubicBezTo>
                      <a:pt x="219347" y="87354"/>
                      <a:pt x="216268" y="92450"/>
                      <a:pt x="212029" y="96488"/>
                    </a:cubicBezTo>
                    <a:cubicBezTo>
                      <a:pt x="206755" y="101756"/>
                      <a:pt x="200891" y="106394"/>
                      <a:pt x="194543" y="110300"/>
                    </a:cubicBezTo>
                    <a:lnTo>
                      <a:pt x="218872" y="124396"/>
                    </a:lnTo>
                    <a:lnTo>
                      <a:pt x="205662" y="132017"/>
                    </a:lnTo>
                    <a:lnTo>
                      <a:pt x="181142" y="117824"/>
                    </a:lnTo>
                    <a:cubicBezTo>
                      <a:pt x="169462" y="123625"/>
                      <a:pt x="157240" y="128254"/>
                      <a:pt x="144648" y="131636"/>
                    </a:cubicBezTo>
                    <a:cubicBezTo>
                      <a:pt x="131494" y="135322"/>
                      <a:pt x="118037" y="137846"/>
                      <a:pt x="104447" y="139160"/>
                    </a:cubicBezTo>
                    <a:lnTo>
                      <a:pt x="91711" y="116205"/>
                    </a:lnTo>
                    <a:cubicBezTo>
                      <a:pt x="95275" y="116110"/>
                      <a:pt x="98830" y="115824"/>
                      <a:pt x="102356" y="115348"/>
                    </a:cubicBezTo>
                    <a:cubicBezTo>
                      <a:pt x="107754" y="114710"/>
                      <a:pt x="113114" y="113786"/>
                      <a:pt x="118417" y="112586"/>
                    </a:cubicBezTo>
                    <a:cubicBezTo>
                      <a:pt x="124310" y="111347"/>
                      <a:pt x="130487" y="109728"/>
                      <a:pt x="137425" y="107823"/>
                    </a:cubicBezTo>
                    <a:cubicBezTo>
                      <a:pt x="143925" y="105985"/>
                      <a:pt x="150283" y="103661"/>
                      <a:pt x="156432" y="100870"/>
                    </a:cubicBezTo>
                    <a:lnTo>
                      <a:pt x="118417" y="78867"/>
                    </a:lnTo>
                    <a:lnTo>
                      <a:pt x="113475" y="80582"/>
                    </a:lnTo>
                    <a:lnTo>
                      <a:pt x="108248" y="82201"/>
                    </a:lnTo>
                    <a:cubicBezTo>
                      <a:pt x="98744" y="85344"/>
                      <a:pt x="89906" y="87821"/>
                      <a:pt x="81923" y="89630"/>
                    </a:cubicBezTo>
                    <a:cubicBezTo>
                      <a:pt x="74557" y="91307"/>
                      <a:pt x="67049" y="92297"/>
                      <a:pt x="59494" y="92583"/>
                    </a:cubicBezTo>
                    <a:cubicBezTo>
                      <a:pt x="52851" y="92812"/>
                      <a:pt x="46217" y="92212"/>
                      <a:pt x="39726" y="90773"/>
                    </a:cubicBezTo>
                    <a:cubicBezTo>
                      <a:pt x="33301" y="89240"/>
                      <a:pt x="27143" y="86735"/>
                      <a:pt x="21479" y="83344"/>
                    </a:cubicBezTo>
                    <a:cubicBezTo>
                      <a:pt x="15187" y="80039"/>
                      <a:pt x="9732" y="75352"/>
                      <a:pt x="5512" y="69628"/>
                    </a:cubicBezTo>
                    <a:cubicBezTo>
                      <a:pt x="2433" y="65342"/>
                      <a:pt x="922" y="60132"/>
                      <a:pt x="1236" y="54864"/>
                    </a:cubicBezTo>
                    <a:cubicBezTo>
                      <a:pt x="1825" y="49406"/>
                      <a:pt x="4011" y="44234"/>
                      <a:pt x="7508" y="40005"/>
                    </a:cubicBezTo>
                    <a:cubicBezTo>
                      <a:pt x="11918" y="34566"/>
                      <a:pt x="17145" y="29842"/>
                      <a:pt x="22999" y="26003"/>
                    </a:cubicBezTo>
                    <a:lnTo>
                      <a:pt x="0" y="12859"/>
                    </a:lnTo>
                    <a:lnTo>
                      <a:pt x="13210" y="5144"/>
                    </a:lnTo>
                    <a:lnTo>
                      <a:pt x="35544" y="18098"/>
                    </a:lnTo>
                    <a:cubicBezTo>
                      <a:pt x="45998" y="12878"/>
                      <a:pt x="56994" y="8820"/>
                      <a:pt x="68332" y="6001"/>
                    </a:cubicBezTo>
                    <a:cubicBezTo>
                      <a:pt x="79110" y="3258"/>
                      <a:pt x="90067" y="1248"/>
                      <a:pt x="101120" y="0"/>
                    </a:cubicBezTo>
                    <a:close/>
                    <a:moveTo>
                      <a:pt x="47519" y="62294"/>
                    </a:moveTo>
                    <a:cubicBezTo>
                      <a:pt x="52556" y="65189"/>
                      <a:pt x="58372" y="66418"/>
                      <a:pt x="64151" y="65818"/>
                    </a:cubicBezTo>
                    <a:cubicBezTo>
                      <a:pt x="71877" y="64951"/>
                      <a:pt x="79499" y="63265"/>
                      <a:pt x="86865" y="60770"/>
                    </a:cubicBezTo>
                    <a:lnTo>
                      <a:pt x="51130" y="40005"/>
                    </a:lnTo>
                    <a:cubicBezTo>
                      <a:pt x="38015" y="48701"/>
                      <a:pt x="36808" y="56131"/>
                      <a:pt x="47519" y="62294"/>
                    </a:cubicBezTo>
                    <a:close/>
                    <a:moveTo>
                      <a:pt x="172969" y="72771"/>
                    </a:moveTo>
                    <a:cubicBezTo>
                      <a:pt x="167523" y="69771"/>
                      <a:pt x="161251" y="68628"/>
                      <a:pt x="155102" y="69533"/>
                    </a:cubicBezTo>
                    <a:cubicBezTo>
                      <a:pt x="146663" y="70656"/>
                      <a:pt x="138328" y="72504"/>
                      <a:pt x="130202" y="75057"/>
                    </a:cubicBezTo>
                    <a:lnTo>
                      <a:pt x="165746" y="95631"/>
                    </a:lnTo>
                    <a:cubicBezTo>
                      <a:pt x="180572" y="86392"/>
                      <a:pt x="183328" y="78677"/>
                      <a:pt x="172969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4465;p48">
                <a:extLst>
                  <a:ext uri="{FF2B5EF4-FFF2-40B4-BE49-F238E27FC236}">
                    <a16:creationId xmlns:a16="http://schemas.microsoft.com/office/drawing/2014/main" id="{BD408F11-8310-0518-C030-5F848994D28E}"/>
                  </a:ext>
                </a:extLst>
              </p:cNvPr>
              <p:cNvSpPr/>
              <p:nvPr/>
            </p:nvSpPr>
            <p:spPr>
              <a:xfrm>
                <a:off x="5289888" y="4760785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4466;p48">
                <a:extLst>
                  <a:ext uri="{FF2B5EF4-FFF2-40B4-BE49-F238E27FC236}">
                    <a16:creationId xmlns:a16="http://schemas.microsoft.com/office/drawing/2014/main" id="{07EA12AB-0F92-936C-6E64-FD0E6A5AAA01}"/>
                  </a:ext>
                </a:extLst>
              </p:cNvPr>
              <p:cNvSpPr/>
              <p:nvPr/>
            </p:nvSpPr>
            <p:spPr>
              <a:xfrm>
                <a:off x="5385496" y="4768976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954"/>
                    </a:moveTo>
                    <a:lnTo>
                      <a:pt x="31552" y="0"/>
                    </a:lnTo>
                    <a:lnTo>
                      <a:pt x="0" y="2477"/>
                    </a:lnTo>
                    <a:lnTo>
                      <a:pt x="18152" y="14859"/>
                    </a:lnTo>
                    <a:lnTo>
                      <a:pt x="31552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4467;p48">
                <a:extLst>
                  <a:ext uri="{FF2B5EF4-FFF2-40B4-BE49-F238E27FC236}">
                    <a16:creationId xmlns:a16="http://schemas.microsoft.com/office/drawing/2014/main" id="{B1BA5EBF-C51E-EC70-4C4B-FF28A6D98846}"/>
                  </a:ext>
                </a:extLst>
              </p:cNvPr>
              <p:cNvSpPr/>
              <p:nvPr/>
            </p:nvSpPr>
            <p:spPr>
              <a:xfrm>
                <a:off x="5396046" y="4721447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4468;p48">
                <a:extLst>
                  <a:ext uri="{FF2B5EF4-FFF2-40B4-BE49-F238E27FC236}">
                    <a16:creationId xmlns:a16="http://schemas.microsoft.com/office/drawing/2014/main" id="{76423AAC-4EF2-6B52-2EDE-C3BBF6235944}"/>
                  </a:ext>
                </a:extLst>
              </p:cNvPr>
              <p:cNvSpPr/>
              <p:nvPr/>
            </p:nvSpPr>
            <p:spPr>
              <a:xfrm>
                <a:off x="5321441" y="4726305"/>
                <a:ext cx="35639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4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4469;p48">
                <a:extLst>
                  <a:ext uri="{FF2B5EF4-FFF2-40B4-BE49-F238E27FC236}">
                    <a16:creationId xmlns:a16="http://schemas.microsoft.com/office/drawing/2014/main" id="{D49E3351-1725-180E-4596-897F4ACCE70A}"/>
                  </a:ext>
                </a:extLst>
              </p:cNvPr>
              <p:cNvSpPr/>
              <p:nvPr/>
            </p:nvSpPr>
            <p:spPr>
              <a:xfrm>
                <a:off x="5249117" y="4684871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287"/>
                    </a:moveTo>
                    <a:lnTo>
                      <a:pt x="36780" y="29146"/>
                    </a:lnTo>
                    <a:lnTo>
                      <a:pt x="44383" y="23717"/>
                    </a:lnTo>
                    <a:lnTo>
                      <a:pt x="39346" y="17907"/>
                    </a:lnTo>
                    <a:cubicBezTo>
                      <a:pt x="36105" y="14116"/>
                      <a:pt x="32246" y="10896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4470;p48">
                <a:extLst>
                  <a:ext uri="{FF2B5EF4-FFF2-40B4-BE49-F238E27FC236}">
                    <a16:creationId xmlns:a16="http://schemas.microsoft.com/office/drawing/2014/main" id="{6F401D9A-F94D-F7CE-925A-B87D49F819C8}"/>
                  </a:ext>
                </a:extLst>
              </p:cNvPr>
              <p:cNvSpPr/>
              <p:nvPr/>
            </p:nvSpPr>
            <p:spPr>
              <a:xfrm>
                <a:off x="5289888" y="4661344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4471;p48">
                <a:extLst>
                  <a:ext uri="{FF2B5EF4-FFF2-40B4-BE49-F238E27FC236}">
                    <a16:creationId xmlns:a16="http://schemas.microsoft.com/office/drawing/2014/main" id="{47C630E6-C004-2CC3-B1E4-A71C0EA21733}"/>
                  </a:ext>
                </a:extLst>
              </p:cNvPr>
              <p:cNvSpPr/>
              <p:nvPr/>
            </p:nvSpPr>
            <p:spPr>
              <a:xfrm>
                <a:off x="5197987" y="4657534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8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4472;p48">
                <a:extLst>
                  <a:ext uri="{FF2B5EF4-FFF2-40B4-BE49-F238E27FC236}">
                    <a16:creationId xmlns:a16="http://schemas.microsoft.com/office/drawing/2014/main" id="{844E1551-A1BA-6386-9DFE-8AF4D8CA333C}"/>
                  </a:ext>
                </a:extLst>
              </p:cNvPr>
              <p:cNvSpPr/>
              <p:nvPr/>
            </p:nvSpPr>
            <p:spPr>
              <a:xfrm>
                <a:off x="5198652" y="4700873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cubicBezTo>
                      <a:pt x="0" y="13430"/>
                      <a:pt x="0" y="0"/>
                      <a:pt x="0" y="0"/>
                    </a:cubicBezTo>
                    <a:lnTo>
                      <a:pt x="22429" y="0"/>
                    </a:lnTo>
                    <a:lnTo>
                      <a:pt x="16917" y="12002"/>
                    </a:lnTo>
                    <a:lnTo>
                      <a:pt x="7413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4473;p48">
                <a:extLst>
                  <a:ext uri="{FF2B5EF4-FFF2-40B4-BE49-F238E27FC236}">
                    <a16:creationId xmlns:a16="http://schemas.microsoft.com/office/drawing/2014/main" id="{FBBC28BB-CB6F-E30C-4897-C88D081AC209}"/>
                  </a:ext>
                </a:extLst>
              </p:cNvPr>
              <p:cNvSpPr/>
              <p:nvPr/>
            </p:nvSpPr>
            <p:spPr>
              <a:xfrm>
                <a:off x="5197892" y="4644961"/>
                <a:ext cx="221610" cy="138874"/>
              </a:xfrm>
              <a:custGeom>
                <a:avLst/>
                <a:gdLst/>
                <a:ahLst/>
                <a:cxnLst/>
                <a:rect l="l" t="t" r="r" b="b"/>
                <a:pathLst>
                  <a:path w="221610" h="138874" extrusionOk="0">
                    <a:moveTo>
                      <a:pt x="112525" y="22288"/>
                    </a:moveTo>
                    <a:cubicBezTo>
                      <a:pt x="109598" y="22298"/>
                      <a:pt x="106680" y="22517"/>
                      <a:pt x="103781" y="22955"/>
                    </a:cubicBezTo>
                    <a:cubicBezTo>
                      <a:pt x="99885" y="23527"/>
                      <a:pt x="95513" y="24289"/>
                      <a:pt x="90666" y="25337"/>
                    </a:cubicBezTo>
                    <a:cubicBezTo>
                      <a:pt x="85819" y="26384"/>
                      <a:pt x="81162" y="27718"/>
                      <a:pt x="75460" y="29242"/>
                    </a:cubicBezTo>
                    <a:cubicBezTo>
                      <a:pt x="70395" y="30804"/>
                      <a:pt x="65434" y="32709"/>
                      <a:pt x="60634" y="34957"/>
                    </a:cubicBezTo>
                    <a:lnTo>
                      <a:pt x="98649" y="57055"/>
                    </a:lnTo>
                    <a:lnTo>
                      <a:pt x="105492" y="54578"/>
                    </a:lnTo>
                    <a:cubicBezTo>
                      <a:pt x="114996" y="51435"/>
                      <a:pt x="124500" y="48673"/>
                      <a:pt x="132958" y="46387"/>
                    </a:cubicBezTo>
                    <a:cubicBezTo>
                      <a:pt x="141036" y="44205"/>
                      <a:pt x="149314" y="42834"/>
                      <a:pt x="157668" y="42291"/>
                    </a:cubicBezTo>
                    <a:cubicBezTo>
                      <a:pt x="165309" y="41786"/>
                      <a:pt x="172978" y="42291"/>
                      <a:pt x="180477" y="43815"/>
                    </a:cubicBezTo>
                    <a:cubicBezTo>
                      <a:pt x="188127" y="45501"/>
                      <a:pt x="195464" y="48358"/>
                      <a:pt x="202241" y="52292"/>
                    </a:cubicBezTo>
                    <a:cubicBezTo>
                      <a:pt x="208846" y="55702"/>
                      <a:pt x="214501" y="60712"/>
                      <a:pt x="218682" y="66865"/>
                    </a:cubicBezTo>
                    <a:cubicBezTo>
                      <a:pt x="221438" y="71333"/>
                      <a:pt x="222294" y="76714"/>
                      <a:pt x="221058" y="81820"/>
                    </a:cubicBezTo>
                    <a:cubicBezTo>
                      <a:pt x="219442" y="87449"/>
                      <a:pt x="216363" y="92545"/>
                      <a:pt x="212125" y="96583"/>
                    </a:cubicBezTo>
                    <a:cubicBezTo>
                      <a:pt x="206869" y="101851"/>
                      <a:pt x="200996" y="106451"/>
                      <a:pt x="194638" y="110299"/>
                    </a:cubicBezTo>
                    <a:lnTo>
                      <a:pt x="218967" y="124396"/>
                    </a:lnTo>
                    <a:lnTo>
                      <a:pt x="205757" y="132112"/>
                    </a:lnTo>
                    <a:lnTo>
                      <a:pt x="181427" y="117538"/>
                    </a:lnTo>
                    <a:cubicBezTo>
                      <a:pt x="169728" y="123301"/>
                      <a:pt x="157506" y="127930"/>
                      <a:pt x="144933" y="131350"/>
                    </a:cubicBezTo>
                    <a:cubicBezTo>
                      <a:pt x="131760" y="134950"/>
                      <a:pt x="118313" y="137465"/>
                      <a:pt x="104732" y="138874"/>
                    </a:cubicBezTo>
                    <a:lnTo>
                      <a:pt x="91997" y="115824"/>
                    </a:lnTo>
                    <a:cubicBezTo>
                      <a:pt x="95561" y="115729"/>
                      <a:pt x="99115" y="115443"/>
                      <a:pt x="102641" y="114967"/>
                    </a:cubicBezTo>
                    <a:cubicBezTo>
                      <a:pt x="108039" y="114367"/>
                      <a:pt x="113399" y="113471"/>
                      <a:pt x="118702" y="112300"/>
                    </a:cubicBezTo>
                    <a:cubicBezTo>
                      <a:pt x="124595" y="110966"/>
                      <a:pt x="130772" y="109347"/>
                      <a:pt x="137710" y="107442"/>
                    </a:cubicBezTo>
                    <a:cubicBezTo>
                      <a:pt x="144229" y="105651"/>
                      <a:pt x="150578" y="103327"/>
                      <a:pt x="156717" y="100489"/>
                    </a:cubicBezTo>
                    <a:lnTo>
                      <a:pt x="118702" y="78486"/>
                    </a:lnTo>
                    <a:lnTo>
                      <a:pt x="113760" y="80296"/>
                    </a:lnTo>
                    <a:lnTo>
                      <a:pt x="108533" y="81820"/>
                    </a:lnTo>
                    <a:cubicBezTo>
                      <a:pt x="99029" y="84963"/>
                      <a:pt x="90191" y="87439"/>
                      <a:pt x="82208" y="89249"/>
                    </a:cubicBezTo>
                    <a:cubicBezTo>
                      <a:pt x="74842" y="90954"/>
                      <a:pt x="67334" y="91973"/>
                      <a:pt x="59779" y="92297"/>
                    </a:cubicBezTo>
                    <a:cubicBezTo>
                      <a:pt x="53136" y="92497"/>
                      <a:pt x="46493" y="91859"/>
                      <a:pt x="40011" y="90392"/>
                    </a:cubicBezTo>
                    <a:cubicBezTo>
                      <a:pt x="33586" y="88859"/>
                      <a:pt x="27428" y="86354"/>
                      <a:pt x="21764" y="82963"/>
                    </a:cubicBezTo>
                    <a:cubicBezTo>
                      <a:pt x="15463" y="79724"/>
                      <a:pt x="9998" y="75057"/>
                      <a:pt x="5797" y="69342"/>
                    </a:cubicBezTo>
                    <a:cubicBezTo>
                      <a:pt x="2737" y="65056"/>
                      <a:pt x="1226" y="59845"/>
                      <a:pt x="1521" y="54578"/>
                    </a:cubicBezTo>
                    <a:cubicBezTo>
                      <a:pt x="2091" y="49111"/>
                      <a:pt x="4277" y="43939"/>
                      <a:pt x="7793" y="39719"/>
                    </a:cubicBezTo>
                    <a:cubicBezTo>
                      <a:pt x="12203" y="34252"/>
                      <a:pt x="17430" y="29499"/>
                      <a:pt x="23284" y="25622"/>
                    </a:cubicBezTo>
                    <a:lnTo>
                      <a:pt x="0" y="12763"/>
                    </a:lnTo>
                    <a:lnTo>
                      <a:pt x="13210" y="5144"/>
                    </a:lnTo>
                    <a:lnTo>
                      <a:pt x="35544" y="18002"/>
                    </a:lnTo>
                    <a:cubicBezTo>
                      <a:pt x="46017" y="12821"/>
                      <a:pt x="57004" y="8763"/>
                      <a:pt x="68332" y="5905"/>
                    </a:cubicBezTo>
                    <a:cubicBezTo>
                      <a:pt x="79119" y="3191"/>
                      <a:pt x="90067" y="1219"/>
                      <a:pt x="101120" y="0"/>
                    </a:cubicBezTo>
                    <a:close/>
                    <a:moveTo>
                      <a:pt x="47519" y="62008"/>
                    </a:moveTo>
                    <a:cubicBezTo>
                      <a:pt x="52547" y="64932"/>
                      <a:pt x="58363" y="66199"/>
                      <a:pt x="64151" y="65627"/>
                    </a:cubicBezTo>
                    <a:cubicBezTo>
                      <a:pt x="71887" y="64770"/>
                      <a:pt x="79509" y="63037"/>
                      <a:pt x="86865" y="60484"/>
                    </a:cubicBezTo>
                    <a:lnTo>
                      <a:pt x="51130" y="39814"/>
                    </a:lnTo>
                    <a:cubicBezTo>
                      <a:pt x="38015" y="48387"/>
                      <a:pt x="36808" y="55788"/>
                      <a:pt x="47519" y="62008"/>
                    </a:cubicBezTo>
                    <a:close/>
                    <a:moveTo>
                      <a:pt x="172969" y="72485"/>
                    </a:moveTo>
                    <a:cubicBezTo>
                      <a:pt x="167514" y="69513"/>
                      <a:pt x="161241" y="68409"/>
                      <a:pt x="155102" y="69342"/>
                    </a:cubicBezTo>
                    <a:cubicBezTo>
                      <a:pt x="146663" y="70428"/>
                      <a:pt x="138328" y="72247"/>
                      <a:pt x="130202" y="74771"/>
                    </a:cubicBezTo>
                    <a:lnTo>
                      <a:pt x="165746" y="95345"/>
                    </a:lnTo>
                    <a:cubicBezTo>
                      <a:pt x="180572" y="86106"/>
                      <a:pt x="183328" y="78486"/>
                      <a:pt x="172969" y="72485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" name="Google Shape;4474;p48">
              <a:extLst>
                <a:ext uri="{FF2B5EF4-FFF2-40B4-BE49-F238E27FC236}">
                  <a16:creationId xmlns:a16="http://schemas.microsoft.com/office/drawing/2014/main" id="{EB766D83-F15C-4B11-6CAC-E155CD87226B}"/>
                </a:ext>
              </a:extLst>
            </p:cNvPr>
            <p:cNvGrpSpPr/>
            <p:nvPr/>
          </p:nvGrpSpPr>
          <p:grpSpPr>
            <a:xfrm>
              <a:off x="2181300" y="4477454"/>
              <a:ext cx="746806" cy="516445"/>
              <a:chOff x="3962400" y="5293804"/>
              <a:chExt cx="746806" cy="516445"/>
            </a:xfrm>
          </p:grpSpPr>
          <p:sp>
            <p:nvSpPr>
              <p:cNvPr id="116" name="Google Shape;4475;p48">
                <a:extLst>
                  <a:ext uri="{FF2B5EF4-FFF2-40B4-BE49-F238E27FC236}">
                    <a16:creationId xmlns:a16="http://schemas.microsoft.com/office/drawing/2014/main" id="{57798B99-5E03-1158-180A-2ACE4058F8A3}"/>
                  </a:ext>
                </a:extLst>
              </p:cNvPr>
              <p:cNvSpPr/>
              <p:nvPr/>
            </p:nvSpPr>
            <p:spPr>
              <a:xfrm>
                <a:off x="3962400" y="5425630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4476;p48">
                <a:extLst>
                  <a:ext uri="{FF2B5EF4-FFF2-40B4-BE49-F238E27FC236}">
                    <a16:creationId xmlns:a16="http://schemas.microsoft.com/office/drawing/2014/main" id="{E15F2F58-A990-510E-851D-E1DA149A62F4}"/>
                  </a:ext>
                </a:extLst>
              </p:cNvPr>
              <p:cNvSpPr/>
              <p:nvPr/>
            </p:nvSpPr>
            <p:spPr>
              <a:xfrm>
                <a:off x="4044607" y="537619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19"/>
                      <a:pt x="332252" y="384619"/>
                    </a:cubicBezTo>
                    <a:cubicBezTo>
                      <a:pt x="148754" y="384619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4477;p48">
                <a:extLst>
                  <a:ext uri="{FF2B5EF4-FFF2-40B4-BE49-F238E27FC236}">
                    <a16:creationId xmlns:a16="http://schemas.microsoft.com/office/drawing/2014/main" id="{FB534549-7A62-86AB-E756-FA1CEE8CEBDF}"/>
                  </a:ext>
                </a:extLst>
              </p:cNvPr>
              <p:cNvSpPr/>
              <p:nvPr/>
            </p:nvSpPr>
            <p:spPr>
              <a:xfrm>
                <a:off x="4044702" y="548382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4478;p48">
                <a:extLst>
                  <a:ext uri="{FF2B5EF4-FFF2-40B4-BE49-F238E27FC236}">
                    <a16:creationId xmlns:a16="http://schemas.microsoft.com/office/drawing/2014/main" id="{4870ACF9-2E92-250C-D52B-48EFDB1DBD6C}"/>
                  </a:ext>
                </a:extLst>
              </p:cNvPr>
              <p:cNvSpPr/>
              <p:nvPr/>
            </p:nvSpPr>
            <p:spPr>
              <a:xfrm>
                <a:off x="4659217" y="548611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4479;p48">
                <a:extLst>
                  <a:ext uri="{FF2B5EF4-FFF2-40B4-BE49-F238E27FC236}">
                    <a16:creationId xmlns:a16="http://schemas.microsoft.com/office/drawing/2014/main" id="{91CF31BD-294D-42FD-E232-CE62F9E77804}"/>
                  </a:ext>
                </a:extLst>
              </p:cNvPr>
              <p:cNvSpPr/>
              <p:nvPr/>
            </p:nvSpPr>
            <p:spPr>
              <a:xfrm>
                <a:off x="4044607" y="529380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4480;p48">
                <a:extLst>
                  <a:ext uri="{FF2B5EF4-FFF2-40B4-BE49-F238E27FC236}">
                    <a16:creationId xmlns:a16="http://schemas.microsoft.com/office/drawing/2014/main" id="{9DFD6F54-F2EC-2B0D-6EB4-32E75C31B039}"/>
                  </a:ext>
                </a:extLst>
              </p:cNvPr>
              <p:cNvSpPr/>
              <p:nvPr/>
            </p:nvSpPr>
            <p:spPr>
              <a:xfrm>
                <a:off x="4139107" y="5346215"/>
                <a:ext cx="475657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57" h="275248" extrusionOk="0">
                    <a:moveTo>
                      <a:pt x="475252" y="145899"/>
                    </a:moveTo>
                    <a:cubicBezTo>
                      <a:pt x="471926" y="178284"/>
                      <a:pt x="448831" y="210193"/>
                      <a:pt x="406064" y="234958"/>
                    </a:cubicBezTo>
                    <a:cubicBezTo>
                      <a:pt x="313117" y="288679"/>
                      <a:pt x="162482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149" y="69223"/>
                      <a:pt x="47905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4481;p48">
                <a:extLst>
                  <a:ext uri="{FF2B5EF4-FFF2-40B4-BE49-F238E27FC236}">
                    <a16:creationId xmlns:a16="http://schemas.microsoft.com/office/drawing/2014/main" id="{0D4D7291-DD3F-673B-7995-9EB04A1F6519}"/>
                  </a:ext>
                </a:extLst>
              </p:cNvPr>
              <p:cNvSpPr/>
              <p:nvPr/>
            </p:nvSpPr>
            <p:spPr>
              <a:xfrm>
                <a:off x="4139550" y="536269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480"/>
                    </a:cubicBezTo>
                    <a:cubicBezTo>
                      <a:pt x="312675" y="272201"/>
                      <a:pt x="162040" y="272201"/>
                      <a:pt x="69188" y="218480"/>
                    </a:cubicBezTo>
                    <a:cubicBezTo>
                      <a:pt x="26325" y="193715"/>
                      <a:pt x="3326" y="161806"/>
                      <a:pt x="0" y="129421"/>
                    </a:cubicBezTo>
                    <a:cubicBezTo>
                      <a:pt x="3326" y="97036"/>
                      <a:pt x="26325" y="65127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127"/>
                      <a:pt x="471483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4482;p48">
                <a:extLst>
                  <a:ext uri="{FF2B5EF4-FFF2-40B4-BE49-F238E27FC236}">
                    <a16:creationId xmlns:a16="http://schemas.microsoft.com/office/drawing/2014/main" id="{99C63C23-5299-766E-8F99-D5436830094E}"/>
                  </a:ext>
                </a:extLst>
              </p:cNvPr>
              <p:cNvSpPr/>
              <p:nvPr/>
            </p:nvSpPr>
            <p:spPr>
              <a:xfrm>
                <a:off x="4261389" y="5424963"/>
                <a:ext cx="221102" cy="138970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8970" extrusionOk="0">
                    <a:moveTo>
                      <a:pt x="112050" y="22098"/>
                    </a:moveTo>
                    <a:cubicBezTo>
                      <a:pt x="109122" y="22060"/>
                      <a:pt x="106194" y="22279"/>
                      <a:pt x="103306" y="22765"/>
                    </a:cubicBezTo>
                    <a:cubicBezTo>
                      <a:pt x="99410" y="23336"/>
                      <a:pt x="95038" y="24098"/>
                      <a:pt x="90191" y="25146"/>
                    </a:cubicBezTo>
                    <a:cubicBezTo>
                      <a:pt x="85344" y="26194"/>
                      <a:pt x="80687" y="27432"/>
                      <a:pt x="75080" y="29051"/>
                    </a:cubicBezTo>
                    <a:cubicBezTo>
                      <a:pt x="69967" y="30566"/>
                      <a:pt x="64977" y="32480"/>
                      <a:pt x="60159" y="34766"/>
                    </a:cubicBezTo>
                    <a:lnTo>
                      <a:pt x="98174" y="56864"/>
                    </a:lnTo>
                    <a:lnTo>
                      <a:pt x="105017" y="54388"/>
                    </a:lnTo>
                    <a:cubicBezTo>
                      <a:pt x="114521" y="51149"/>
                      <a:pt x="124024" y="48387"/>
                      <a:pt x="132483" y="46196"/>
                    </a:cubicBezTo>
                    <a:cubicBezTo>
                      <a:pt x="140574" y="44120"/>
                      <a:pt x="148851" y="42844"/>
                      <a:pt x="157193" y="42386"/>
                    </a:cubicBezTo>
                    <a:cubicBezTo>
                      <a:pt x="164798" y="41881"/>
                      <a:pt x="172437" y="42386"/>
                      <a:pt x="179907" y="43910"/>
                    </a:cubicBezTo>
                    <a:cubicBezTo>
                      <a:pt x="187570" y="45539"/>
                      <a:pt x="194919" y="48406"/>
                      <a:pt x="201670" y="52388"/>
                    </a:cubicBezTo>
                    <a:cubicBezTo>
                      <a:pt x="208292" y="55731"/>
                      <a:pt x="213951" y="60713"/>
                      <a:pt x="218112" y="66866"/>
                    </a:cubicBezTo>
                    <a:cubicBezTo>
                      <a:pt x="220891" y="71323"/>
                      <a:pt x="221780" y="76705"/>
                      <a:pt x="220583" y="81820"/>
                    </a:cubicBezTo>
                    <a:cubicBezTo>
                      <a:pt x="218785" y="87506"/>
                      <a:pt x="215504" y="92602"/>
                      <a:pt x="211079" y="96584"/>
                    </a:cubicBezTo>
                    <a:cubicBezTo>
                      <a:pt x="205885" y="101898"/>
                      <a:pt x="200041" y="106547"/>
                      <a:pt x="193687" y="110395"/>
                    </a:cubicBezTo>
                    <a:lnTo>
                      <a:pt x="217922" y="124492"/>
                    </a:lnTo>
                    <a:lnTo>
                      <a:pt x="204712" y="132112"/>
                    </a:lnTo>
                    <a:lnTo>
                      <a:pt x="180952" y="117634"/>
                    </a:lnTo>
                    <a:cubicBezTo>
                      <a:pt x="169319" y="123463"/>
                      <a:pt x="157122" y="128092"/>
                      <a:pt x="144553" y="131445"/>
                    </a:cubicBezTo>
                    <a:cubicBezTo>
                      <a:pt x="131396" y="135112"/>
                      <a:pt x="117944" y="137636"/>
                      <a:pt x="104352" y="138970"/>
                    </a:cubicBezTo>
                    <a:lnTo>
                      <a:pt x="91521" y="116015"/>
                    </a:lnTo>
                    <a:cubicBezTo>
                      <a:pt x="95114" y="115919"/>
                      <a:pt x="98699" y="115634"/>
                      <a:pt x="102261" y="115158"/>
                    </a:cubicBezTo>
                    <a:cubicBezTo>
                      <a:pt x="107627" y="114510"/>
                      <a:pt x="112956" y="113586"/>
                      <a:pt x="118227" y="112395"/>
                    </a:cubicBezTo>
                    <a:cubicBezTo>
                      <a:pt x="124119" y="111157"/>
                      <a:pt x="130392" y="109538"/>
                      <a:pt x="137235" y="107633"/>
                    </a:cubicBezTo>
                    <a:cubicBezTo>
                      <a:pt x="143743" y="105823"/>
                      <a:pt x="150098" y="103489"/>
                      <a:pt x="156242" y="100679"/>
                    </a:cubicBezTo>
                    <a:lnTo>
                      <a:pt x="118227" y="78677"/>
                    </a:lnTo>
                    <a:cubicBezTo>
                      <a:pt x="116611" y="79248"/>
                      <a:pt x="114996" y="79915"/>
                      <a:pt x="113285" y="80391"/>
                    </a:cubicBezTo>
                    <a:lnTo>
                      <a:pt x="108058" y="82010"/>
                    </a:lnTo>
                    <a:cubicBezTo>
                      <a:pt x="98554" y="85154"/>
                      <a:pt x="89716" y="87630"/>
                      <a:pt x="81828" y="89440"/>
                    </a:cubicBezTo>
                    <a:cubicBezTo>
                      <a:pt x="74465" y="91154"/>
                      <a:pt x="66953" y="92145"/>
                      <a:pt x="59399" y="92393"/>
                    </a:cubicBezTo>
                    <a:cubicBezTo>
                      <a:pt x="52758" y="92678"/>
                      <a:pt x="46110" y="92069"/>
                      <a:pt x="39631" y="90583"/>
                    </a:cubicBezTo>
                    <a:cubicBezTo>
                      <a:pt x="33176" y="89059"/>
                      <a:pt x="26991" y="86554"/>
                      <a:pt x="21288" y="83153"/>
                    </a:cubicBezTo>
                    <a:cubicBezTo>
                      <a:pt x="14928" y="79924"/>
                      <a:pt x="9398" y="75257"/>
                      <a:pt x="5132" y="69533"/>
                    </a:cubicBezTo>
                    <a:cubicBezTo>
                      <a:pt x="2001" y="65275"/>
                      <a:pt x="454" y="60055"/>
                      <a:pt x="760" y="54769"/>
                    </a:cubicBezTo>
                    <a:cubicBezTo>
                      <a:pt x="1328" y="49273"/>
                      <a:pt x="3511" y="44063"/>
                      <a:pt x="7033" y="39815"/>
                    </a:cubicBezTo>
                    <a:cubicBezTo>
                      <a:pt x="11446" y="34376"/>
                      <a:pt x="16672" y="29651"/>
                      <a:pt x="22524" y="25813"/>
                    </a:cubicBezTo>
                    <a:lnTo>
                      <a:pt x="0" y="12764"/>
                    </a:lnTo>
                    <a:lnTo>
                      <a:pt x="13305" y="5048"/>
                    </a:lnTo>
                    <a:lnTo>
                      <a:pt x="35544" y="18002"/>
                    </a:lnTo>
                    <a:cubicBezTo>
                      <a:pt x="45998" y="12783"/>
                      <a:pt x="56994" y="8725"/>
                      <a:pt x="68332" y="5906"/>
                    </a:cubicBezTo>
                    <a:cubicBezTo>
                      <a:pt x="79137" y="3143"/>
                      <a:pt x="90126" y="1172"/>
                      <a:pt x="101215" y="0"/>
                    </a:cubicBezTo>
                    <a:close/>
                    <a:moveTo>
                      <a:pt x="47139" y="62198"/>
                    </a:moveTo>
                    <a:cubicBezTo>
                      <a:pt x="52133" y="65122"/>
                      <a:pt x="57921" y="66389"/>
                      <a:pt x="63675" y="65818"/>
                    </a:cubicBezTo>
                    <a:cubicBezTo>
                      <a:pt x="71401" y="64875"/>
                      <a:pt x="79011" y="63151"/>
                      <a:pt x="86389" y="60674"/>
                    </a:cubicBezTo>
                    <a:lnTo>
                      <a:pt x="50655" y="40005"/>
                    </a:lnTo>
                    <a:cubicBezTo>
                      <a:pt x="37540" y="48578"/>
                      <a:pt x="36368" y="55979"/>
                      <a:pt x="47139" y="62198"/>
                    </a:cubicBezTo>
                    <a:close/>
                    <a:moveTo>
                      <a:pt x="172589" y="72676"/>
                    </a:moveTo>
                    <a:cubicBezTo>
                      <a:pt x="167122" y="69742"/>
                      <a:pt x="160859" y="68637"/>
                      <a:pt x="154722" y="69533"/>
                    </a:cubicBezTo>
                    <a:cubicBezTo>
                      <a:pt x="146250" y="70618"/>
                      <a:pt x="137887" y="72438"/>
                      <a:pt x="129727" y="74962"/>
                    </a:cubicBezTo>
                    <a:lnTo>
                      <a:pt x="165271" y="95536"/>
                    </a:lnTo>
                    <a:cubicBezTo>
                      <a:pt x="180477" y="86296"/>
                      <a:pt x="182853" y="78677"/>
                      <a:pt x="17258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4483;p48">
                <a:extLst>
                  <a:ext uri="{FF2B5EF4-FFF2-40B4-BE49-F238E27FC236}">
                    <a16:creationId xmlns:a16="http://schemas.microsoft.com/office/drawing/2014/main" id="{78E14581-EB9F-B259-E67B-5E2B0001391E}"/>
                  </a:ext>
                </a:extLst>
              </p:cNvPr>
              <p:cNvSpPr/>
              <p:nvPr/>
            </p:nvSpPr>
            <p:spPr>
              <a:xfrm>
                <a:off x="4352910" y="552802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4484;p48">
                <a:extLst>
                  <a:ext uri="{FF2B5EF4-FFF2-40B4-BE49-F238E27FC236}">
                    <a16:creationId xmlns:a16="http://schemas.microsoft.com/office/drawing/2014/main" id="{70FF9534-2710-39A0-41AA-532F73F7C841}"/>
                  </a:ext>
                </a:extLst>
              </p:cNvPr>
              <p:cNvSpPr/>
              <p:nvPr/>
            </p:nvSpPr>
            <p:spPr>
              <a:xfrm>
                <a:off x="4448518" y="5536215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3" y="12954"/>
                    </a:moveTo>
                    <a:lnTo>
                      <a:pt x="31553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553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4485;p48">
                <a:extLst>
                  <a:ext uri="{FF2B5EF4-FFF2-40B4-BE49-F238E27FC236}">
                    <a16:creationId xmlns:a16="http://schemas.microsoft.com/office/drawing/2014/main" id="{A79B8EAA-B209-B2FF-AD73-AABEF900E486}"/>
                  </a:ext>
                </a:extLst>
              </p:cNvPr>
              <p:cNvSpPr/>
              <p:nvPr/>
            </p:nvSpPr>
            <p:spPr>
              <a:xfrm>
                <a:off x="4459162" y="5488685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4486;p48">
                <a:extLst>
                  <a:ext uri="{FF2B5EF4-FFF2-40B4-BE49-F238E27FC236}">
                    <a16:creationId xmlns:a16="http://schemas.microsoft.com/office/drawing/2014/main" id="{EFE9B3CF-B0FF-A2A3-C0DB-3559B7C0D9DC}"/>
                  </a:ext>
                </a:extLst>
              </p:cNvPr>
              <p:cNvSpPr/>
              <p:nvPr/>
            </p:nvSpPr>
            <p:spPr>
              <a:xfrm>
                <a:off x="4384748" y="549354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670"/>
                    </a:lnTo>
                    <a:cubicBezTo>
                      <a:pt x="33929" y="24670"/>
                      <a:pt x="13210" y="15907"/>
                      <a:pt x="12545" y="15145"/>
                    </a:cubicBezTo>
                    <a:cubicBezTo>
                      <a:pt x="11880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4487;p48">
                <a:extLst>
                  <a:ext uri="{FF2B5EF4-FFF2-40B4-BE49-F238E27FC236}">
                    <a16:creationId xmlns:a16="http://schemas.microsoft.com/office/drawing/2014/main" id="{4FC12CF5-C8F0-D28A-6A40-32198B3CEB9E}"/>
                  </a:ext>
                </a:extLst>
              </p:cNvPr>
              <p:cNvSpPr/>
              <p:nvPr/>
            </p:nvSpPr>
            <p:spPr>
              <a:xfrm>
                <a:off x="4312139" y="5452109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441" y="17907"/>
                    </a:cubicBezTo>
                    <a:cubicBezTo>
                      <a:pt x="36140" y="14135"/>
                      <a:pt x="32258" y="10925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4488;p48">
                <a:extLst>
                  <a:ext uri="{FF2B5EF4-FFF2-40B4-BE49-F238E27FC236}">
                    <a16:creationId xmlns:a16="http://schemas.microsoft.com/office/drawing/2014/main" id="{5550B88A-7620-05B0-AC30-CD70A6CB3111}"/>
                  </a:ext>
                </a:extLst>
              </p:cNvPr>
              <p:cNvSpPr/>
              <p:nvPr/>
            </p:nvSpPr>
            <p:spPr>
              <a:xfrm>
                <a:off x="4352910" y="542858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4489;p48">
                <a:extLst>
                  <a:ext uri="{FF2B5EF4-FFF2-40B4-BE49-F238E27FC236}">
                    <a16:creationId xmlns:a16="http://schemas.microsoft.com/office/drawing/2014/main" id="{089F96E8-656A-BEEC-EA1E-276F41F031D9}"/>
                  </a:ext>
                </a:extLst>
              </p:cNvPr>
              <p:cNvSpPr/>
              <p:nvPr/>
            </p:nvSpPr>
            <p:spPr>
              <a:xfrm>
                <a:off x="4261008" y="542477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4490;p48">
                <a:extLst>
                  <a:ext uri="{FF2B5EF4-FFF2-40B4-BE49-F238E27FC236}">
                    <a16:creationId xmlns:a16="http://schemas.microsoft.com/office/drawing/2014/main" id="{C45845CF-2477-1162-E92A-F4F9AFB9456F}"/>
                  </a:ext>
                </a:extLst>
              </p:cNvPr>
              <p:cNvSpPr/>
              <p:nvPr/>
            </p:nvSpPr>
            <p:spPr>
              <a:xfrm>
                <a:off x="4261769" y="5468111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4491;p48">
                <a:extLst>
                  <a:ext uri="{FF2B5EF4-FFF2-40B4-BE49-F238E27FC236}">
                    <a16:creationId xmlns:a16="http://schemas.microsoft.com/office/drawing/2014/main" id="{B86EB2AB-8A07-46EC-5493-999CFBEBD7F6}"/>
                  </a:ext>
                </a:extLst>
              </p:cNvPr>
              <p:cNvSpPr/>
              <p:nvPr/>
            </p:nvSpPr>
            <p:spPr>
              <a:xfrm>
                <a:off x="4261389" y="5412009"/>
                <a:ext cx="22119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97" h="139065" extrusionOk="0">
                    <a:moveTo>
                      <a:pt x="112050" y="22098"/>
                    </a:moveTo>
                    <a:cubicBezTo>
                      <a:pt x="109119" y="22098"/>
                      <a:pt x="106193" y="22355"/>
                      <a:pt x="103306" y="22860"/>
                    </a:cubicBezTo>
                    <a:cubicBezTo>
                      <a:pt x="99441" y="23431"/>
                      <a:pt x="95069" y="24194"/>
                      <a:pt x="90191" y="25146"/>
                    </a:cubicBezTo>
                    <a:cubicBezTo>
                      <a:pt x="85344" y="26194"/>
                      <a:pt x="80687" y="27527"/>
                      <a:pt x="75080" y="29051"/>
                    </a:cubicBezTo>
                    <a:cubicBezTo>
                      <a:pt x="69981" y="30613"/>
                      <a:pt x="64995" y="32518"/>
                      <a:pt x="60159" y="34766"/>
                    </a:cubicBezTo>
                    <a:lnTo>
                      <a:pt x="98174" y="56864"/>
                    </a:lnTo>
                    <a:lnTo>
                      <a:pt x="105017" y="54483"/>
                    </a:lnTo>
                    <a:cubicBezTo>
                      <a:pt x="114521" y="51245"/>
                      <a:pt x="124024" y="48482"/>
                      <a:pt x="132483" y="46196"/>
                    </a:cubicBezTo>
                    <a:cubicBezTo>
                      <a:pt x="140606" y="44063"/>
                      <a:pt x="148910" y="42691"/>
                      <a:pt x="157288" y="42100"/>
                    </a:cubicBezTo>
                    <a:cubicBezTo>
                      <a:pt x="164893" y="41643"/>
                      <a:pt x="172525" y="42158"/>
                      <a:pt x="180002" y="43624"/>
                    </a:cubicBezTo>
                    <a:cubicBezTo>
                      <a:pt x="187668" y="45291"/>
                      <a:pt x="195018" y="48187"/>
                      <a:pt x="201765" y="52197"/>
                    </a:cubicBezTo>
                    <a:cubicBezTo>
                      <a:pt x="208387" y="55540"/>
                      <a:pt x="214046" y="60522"/>
                      <a:pt x="218207" y="66675"/>
                    </a:cubicBezTo>
                    <a:cubicBezTo>
                      <a:pt x="220986" y="71133"/>
                      <a:pt x="221875" y="76514"/>
                      <a:pt x="220678" y="81629"/>
                    </a:cubicBezTo>
                    <a:cubicBezTo>
                      <a:pt x="218855" y="87297"/>
                      <a:pt x="215578" y="92393"/>
                      <a:pt x="211174" y="96393"/>
                    </a:cubicBezTo>
                    <a:cubicBezTo>
                      <a:pt x="205956" y="101689"/>
                      <a:pt x="200116" y="106318"/>
                      <a:pt x="193782" y="110204"/>
                    </a:cubicBezTo>
                    <a:lnTo>
                      <a:pt x="218017" y="124206"/>
                    </a:lnTo>
                    <a:lnTo>
                      <a:pt x="204807" y="131921"/>
                    </a:lnTo>
                    <a:lnTo>
                      <a:pt x="180287" y="117729"/>
                    </a:lnTo>
                    <a:cubicBezTo>
                      <a:pt x="168831" y="123434"/>
                      <a:pt x="156868" y="128064"/>
                      <a:pt x="144553" y="131540"/>
                    </a:cubicBezTo>
                    <a:cubicBezTo>
                      <a:pt x="131385" y="135169"/>
                      <a:pt x="117937" y="137684"/>
                      <a:pt x="104352" y="139065"/>
                    </a:cubicBezTo>
                    <a:lnTo>
                      <a:pt x="91521" y="116014"/>
                    </a:lnTo>
                    <a:cubicBezTo>
                      <a:pt x="95113" y="115967"/>
                      <a:pt x="98698" y="115710"/>
                      <a:pt x="102261" y="115253"/>
                    </a:cubicBezTo>
                    <a:cubicBezTo>
                      <a:pt x="107013" y="114681"/>
                      <a:pt x="112335" y="113729"/>
                      <a:pt x="118227" y="112490"/>
                    </a:cubicBezTo>
                    <a:cubicBezTo>
                      <a:pt x="124119" y="111252"/>
                      <a:pt x="130392" y="109633"/>
                      <a:pt x="137235" y="107728"/>
                    </a:cubicBezTo>
                    <a:cubicBezTo>
                      <a:pt x="143731" y="105842"/>
                      <a:pt x="150083" y="103479"/>
                      <a:pt x="156242" y="100679"/>
                    </a:cubicBezTo>
                    <a:lnTo>
                      <a:pt x="118227" y="78772"/>
                    </a:lnTo>
                    <a:lnTo>
                      <a:pt x="113285" y="80486"/>
                    </a:lnTo>
                    <a:lnTo>
                      <a:pt x="108058" y="82105"/>
                    </a:lnTo>
                    <a:cubicBezTo>
                      <a:pt x="99447" y="85001"/>
                      <a:pt x="90692" y="87449"/>
                      <a:pt x="81828" y="89440"/>
                    </a:cubicBezTo>
                    <a:cubicBezTo>
                      <a:pt x="74467" y="91183"/>
                      <a:pt x="66956" y="92202"/>
                      <a:pt x="59399" y="92488"/>
                    </a:cubicBezTo>
                    <a:cubicBezTo>
                      <a:pt x="52754" y="92745"/>
                      <a:pt x="46105" y="92107"/>
                      <a:pt x="39631" y="90583"/>
                    </a:cubicBezTo>
                    <a:cubicBezTo>
                      <a:pt x="33193" y="89049"/>
                      <a:pt x="27013" y="86573"/>
                      <a:pt x="21288" y="83248"/>
                    </a:cubicBezTo>
                    <a:cubicBezTo>
                      <a:pt x="14922" y="79981"/>
                      <a:pt x="9393" y="75286"/>
                      <a:pt x="5132" y="69532"/>
                    </a:cubicBezTo>
                    <a:cubicBezTo>
                      <a:pt x="2001" y="65275"/>
                      <a:pt x="454" y="60055"/>
                      <a:pt x="760" y="54769"/>
                    </a:cubicBezTo>
                    <a:cubicBezTo>
                      <a:pt x="1351" y="49311"/>
                      <a:pt x="3533" y="44139"/>
                      <a:pt x="7033" y="39910"/>
                    </a:cubicBezTo>
                    <a:cubicBezTo>
                      <a:pt x="11467" y="34462"/>
                      <a:pt x="16689" y="29708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19" y="12849"/>
                      <a:pt x="57010" y="8830"/>
                      <a:pt x="68332" y="6001"/>
                    </a:cubicBezTo>
                    <a:cubicBezTo>
                      <a:pt x="79145" y="3258"/>
                      <a:pt x="90131" y="1248"/>
                      <a:pt x="101215" y="0"/>
                    </a:cubicBezTo>
                    <a:close/>
                    <a:moveTo>
                      <a:pt x="47139" y="62294"/>
                    </a:moveTo>
                    <a:cubicBezTo>
                      <a:pt x="52142" y="65189"/>
                      <a:pt x="57930" y="66418"/>
                      <a:pt x="63675" y="65818"/>
                    </a:cubicBezTo>
                    <a:cubicBezTo>
                      <a:pt x="71416" y="64970"/>
                      <a:pt x="79036" y="63246"/>
                      <a:pt x="86389" y="60674"/>
                    </a:cubicBezTo>
                    <a:lnTo>
                      <a:pt x="50655" y="40005"/>
                    </a:lnTo>
                    <a:cubicBezTo>
                      <a:pt x="37540" y="48578"/>
                      <a:pt x="36368" y="56007"/>
                      <a:pt x="47139" y="62294"/>
                    </a:cubicBezTo>
                    <a:close/>
                    <a:moveTo>
                      <a:pt x="172589" y="72771"/>
                    </a:moveTo>
                    <a:cubicBezTo>
                      <a:pt x="167144" y="69771"/>
                      <a:pt x="160871" y="68628"/>
                      <a:pt x="154722" y="69532"/>
                    </a:cubicBezTo>
                    <a:cubicBezTo>
                      <a:pt x="146240" y="70609"/>
                      <a:pt x="137873" y="72457"/>
                      <a:pt x="129727" y="75057"/>
                    </a:cubicBezTo>
                    <a:lnTo>
                      <a:pt x="165271" y="95631"/>
                    </a:lnTo>
                    <a:cubicBezTo>
                      <a:pt x="180477" y="86296"/>
                      <a:pt x="182853" y="78677"/>
                      <a:pt x="17258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" name="Google Shape;4492;p48">
              <a:extLst>
                <a:ext uri="{FF2B5EF4-FFF2-40B4-BE49-F238E27FC236}">
                  <a16:creationId xmlns:a16="http://schemas.microsoft.com/office/drawing/2014/main" id="{CDB1A41D-E9E6-FFE8-64E2-0BF34DB1AF51}"/>
                </a:ext>
              </a:extLst>
            </p:cNvPr>
            <p:cNvGrpSpPr/>
            <p:nvPr/>
          </p:nvGrpSpPr>
          <p:grpSpPr>
            <a:xfrm>
              <a:off x="2290688" y="4374965"/>
              <a:ext cx="664599" cy="467010"/>
              <a:chOff x="4071788" y="5191315"/>
              <a:chExt cx="664599" cy="467010"/>
            </a:xfrm>
          </p:grpSpPr>
          <p:sp>
            <p:nvSpPr>
              <p:cNvPr id="100" name="Google Shape;4493;p48">
                <a:extLst>
                  <a:ext uri="{FF2B5EF4-FFF2-40B4-BE49-F238E27FC236}">
                    <a16:creationId xmlns:a16="http://schemas.microsoft.com/office/drawing/2014/main" id="{B173900D-3518-9AC7-A78F-3BCFDF49BF7D}"/>
                  </a:ext>
                </a:extLst>
              </p:cNvPr>
              <p:cNvSpPr/>
              <p:nvPr/>
            </p:nvSpPr>
            <p:spPr>
              <a:xfrm>
                <a:off x="4071788" y="527370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4494;p48">
                <a:extLst>
                  <a:ext uri="{FF2B5EF4-FFF2-40B4-BE49-F238E27FC236}">
                    <a16:creationId xmlns:a16="http://schemas.microsoft.com/office/drawing/2014/main" id="{7AFA96FC-844F-24DB-6CA5-7F26F43E84C5}"/>
                  </a:ext>
                </a:extLst>
              </p:cNvPr>
              <p:cNvSpPr/>
              <p:nvPr/>
            </p:nvSpPr>
            <p:spPr>
              <a:xfrm>
                <a:off x="4071883" y="5381339"/>
                <a:ext cx="65671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4495;p48">
                <a:extLst>
                  <a:ext uri="{FF2B5EF4-FFF2-40B4-BE49-F238E27FC236}">
                    <a16:creationId xmlns:a16="http://schemas.microsoft.com/office/drawing/2014/main" id="{267CA8EA-DF07-0F92-6E38-B9D505CA5687}"/>
                  </a:ext>
                </a:extLst>
              </p:cNvPr>
              <p:cNvSpPr/>
              <p:nvPr/>
            </p:nvSpPr>
            <p:spPr>
              <a:xfrm>
                <a:off x="4686303" y="5383625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4496;p48">
                <a:extLst>
                  <a:ext uri="{FF2B5EF4-FFF2-40B4-BE49-F238E27FC236}">
                    <a16:creationId xmlns:a16="http://schemas.microsoft.com/office/drawing/2014/main" id="{AF1CEA52-DC90-0D69-1C90-87D922D0EFC4}"/>
                  </a:ext>
                </a:extLst>
              </p:cNvPr>
              <p:cNvSpPr/>
              <p:nvPr/>
            </p:nvSpPr>
            <p:spPr>
              <a:xfrm>
                <a:off x="4071788" y="519131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4497;p48">
                <a:extLst>
                  <a:ext uri="{FF2B5EF4-FFF2-40B4-BE49-F238E27FC236}">
                    <a16:creationId xmlns:a16="http://schemas.microsoft.com/office/drawing/2014/main" id="{188E4FD1-3375-DA1A-6225-0529768CAC4F}"/>
                  </a:ext>
                </a:extLst>
              </p:cNvPr>
              <p:cNvSpPr/>
              <p:nvPr/>
            </p:nvSpPr>
            <p:spPr>
              <a:xfrm>
                <a:off x="4166288" y="5243631"/>
                <a:ext cx="475673" cy="275343"/>
              </a:xfrm>
              <a:custGeom>
                <a:avLst/>
                <a:gdLst/>
                <a:ahLst/>
                <a:cxnLst/>
                <a:rect l="l" t="t" r="r" b="b"/>
                <a:pathLst>
                  <a:path w="475673" h="275343" extrusionOk="0">
                    <a:moveTo>
                      <a:pt x="475252" y="145899"/>
                    </a:moveTo>
                    <a:cubicBezTo>
                      <a:pt x="471830" y="178284"/>
                      <a:pt x="448831" y="210193"/>
                      <a:pt x="405969" y="235053"/>
                    </a:cubicBezTo>
                    <a:cubicBezTo>
                      <a:pt x="313117" y="288774"/>
                      <a:pt x="162482" y="288774"/>
                      <a:pt x="69535" y="235053"/>
                    </a:cubicBezTo>
                    <a:cubicBezTo>
                      <a:pt x="26768" y="210193"/>
                      <a:pt x="3769" y="177903"/>
                      <a:pt x="443" y="145899"/>
                    </a:cubicBezTo>
                    <a:cubicBezTo>
                      <a:pt x="-3549" y="107799"/>
                      <a:pt x="19450" y="69699"/>
                      <a:pt x="69535" y="40362"/>
                    </a:cubicBezTo>
                    <a:cubicBezTo>
                      <a:pt x="162482" y="-13454"/>
                      <a:pt x="313117" y="-13454"/>
                      <a:pt x="405969" y="40362"/>
                    </a:cubicBezTo>
                    <a:cubicBezTo>
                      <a:pt x="456054" y="69318"/>
                      <a:pt x="479148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4498;p48">
                <a:extLst>
                  <a:ext uri="{FF2B5EF4-FFF2-40B4-BE49-F238E27FC236}">
                    <a16:creationId xmlns:a16="http://schemas.microsoft.com/office/drawing/2014/main" id="{F461BDB2-68A3-8EF0-F423-5D852647E9E6}"/>
                  </a:ext>
                </a:extLst>
              </p:cNvPr>
              <p:cNvSpPr/>
              <p:nvPr/>
            </p:nvSpPr>
            <p:spPr>
              <a:xfrm>
                <a:off x="4166731" y="5260109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421"/>
                    </a:moveTo>
                    <a:cubicBezTo>
                      <a:pt x="471388" y="161806"/>
                      <a:pt x="448389" y="193715"/>
                      <a:pt x="405527" y="218575"/>
                    </a:cubicBezTo>
                    <a:cubicBezTo>
                      <a:pt x="312675" y="272296"/>
                      <a:pt x="162040" y="272296"/>
                      <a:pt x="69093" y="218575"/>
                    </a:cubicBezTo>
                    <a:cubicBezTo>
                      <a:pt x="26325" y="193715"/>
                      <a:pt x="3326" y="161425"/>
                      <a:pt x="0" y="129421"/>
                    </a:cubicBezTo>
                    <a:cubicBezTo>
                      <a:pt x="3326" y="97036"/>
                      <a:pt x="26325" y="65222"/>
                      <a:pt x="69093" y="40362"/>
                    </a:cubicBezTo>
                    <a:cubicBezTo>
                      <a:pt x="162040" y="-13454"/>
                      <a:pt x="312675" y="-13454"/>
                      <a:pt x="405527" y="40362"/>
                    </a:cubicBezTo>
                    <a:cubicBezTo>
                      <a:pt x="448389" y="65222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4499;p48">
                <a:extLst>
                  <a:ext uri="{FF2B5EF4-FFF2-40B4-BE49-F238E27FC236}">
                    <a16:creationId xmlns:a16="http://schemas.microsoft.com/office/drawing/2014/main" id="{99BA9045-A12A-DEEB-C192-30A13757E63C}"/>
                  </a:ext>
                </a:extLst>
              </p:cNvPr>
              <p:cNvSpPr/>
              <p:nvPr/>
            </p:nvSpPr>
            <p:spPr>
              <a:xfrm>
                <a:off x="4287999" y="5322379"/>
                <a:ext cx="221706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706" h="139065" extrusionOk="0">
                    <a:moveTo>
                      <a:pt x="112620" y="22098"/>
                    </a:moveTo>
                    <a:cubicBezTo>
                      <a:pt x="109691" y="22146"/>
                      <a:pt x="106769" y="22403"/>
                      <a:pt x="103876" y="22860"/>
                    </a:cubicBezTo>
                    <a:cubicBezTo>
                      <a:pt x="99980" y="23431"/>
                      <a:pt x="95608" y="24194"/>
                      <a:pt x="90761" y="25241"/>
                    </a:cubicBezTo>
                    <a:cubicBezTo>
                      <a:pt x="85627" y="26280"/>
                      <a:pt x="80552" y="27575"/>
                      <a:pt x="75555" y="29146"/>
                    </a:cubicBezTo>
                    <a:cubicBezTo>
                      <a:pt x="70475" y="30632"/>
                      <a:pt x="65518" y="32509"/>
                      <a:pt x="60729" y="34766"/>
                    </a:cubicBezTo>
                    <a:lnTo>
                      <a:pt x="98744" y="56864"/>
                    </a:lnTo>
                    <a:lnTo>
                      <a:pt x="105587" y="54483"/>
                    </a:lnTo>
                    <a:cubicBezTo>
                      <a:pt x="115091" y="51245"/>
                      <a:pt x="124595" y="48482"/>
                      <a:pt x="133053" y="46196"/>
                    </a:cubicBezTo>
                    <a:cubicBezTo>
                      <a:pt x="141144" y="44063"/>
                      <a:pt x="149417" y="42691"/>
                      <a:pt x="157763" y="42101"/>
                    </a:cubicBezTo>
                    <a:cubicBezTo>
                      <a:pt x="165404" y="41624"/>
                      <a:pt x="173074" y="42167"/>
                      <a:pt x="180572" y="43720"/>
                    </a:cubicBezTo>
                    <a:cubicBezTo>
                      <a:pt x="188218" y="45310"/>
                      <a:pt x="195542" y="48178"/>
                      <a:pt x="202241" y="52197"/>
                    </a:cubicBezTo>
                    <a:cubicBezTo>
                      <a:pt x="208885" y="55550"/>
                      <a:pt x="214575" y="60522"/>
                      <a:pt x="218777" y="66675"/>
                    </a:cubicBezTo>
                    <a:cubicBezTo>
                      <a:pt x="221533" y="71142"/>
                      <a:pt x="222390" y="76524"/>
                      <a:pt x="221153" y="81629"/>
                    </a:cubicBezTo>
                    <a:cubicBezTo>
                      <a:pt x="219541" y="87259"/>
                      <a:pt x="216457" y="92355"/>
                      <a:pt x="212220" y="96393"/>
                    </a:cubicBezTo>
                    <a:cubicBezTo>
                      <a:pt x="206946" y="101660"/>
                      <a:pt x="201077" y="106299"/>
                      <a:pt x="194733" y="110204"/>
                    </a:cubicBezTo>
                    <a:lnTo>
                      <a:pt x="219062" y="124206"/>
                    </a:lnTo>
                    <a:lnTo>
                      <a:pt x="205852" y="131921"/>
                    </a:lnTo>
                    <a:lnTo>
                      <a:pt x="181332" y="117729"/>
                    </a:lnTo>
                    <a:cubicBezTo>
                      <a:pt x="169629" y="123473"/>
                      <a:pt x="157410" y="128102"/>
                      <a:pt x="144838" y="131540"/>
                    </a:cubicBezTo>
                    <a:cubicBezTo>
                      <a:pt x="131674" y="135179"/>
                      <a:pt x="118225" y="137703"/>
                      <a:pt x="104637" y="139065"/>
                    </a:cubicBezTo>
                    <a:lnTo>
                      <a:pt x="92567" y="116396"/>
                    </a:lnTo>
                    <a:cubicBezTo>
                      <a:pt x="96128" y="116300"/>
                      <a:pt x="99680" y="116014"/>
                      <a:pt x="103211" y="115538"/>
                    </a:cubicBezTo>
                    <a:cubicBezTo>
                      <a:pt x="108058" y="114967"/>
                      <a:pt x="113380" y="114014"/>
                      <a:pt x="119273" y="112776"/>
                    </a:cubicBezTo>
                    <a:cubicBezTo>
                      <a:pt x="125165" y="111538"/>
                      <a:pt x="131342" y="109919"/>
                      <a:pt x="138280" y="108013"/>
                    </a:cubicBezTo>
                    <a:cubicBezTo>
                      <a:pt x="144781" y="106175"/>
                      <a:pt x="151135" y="103851"/>
                      <a:pt x="157288" y="101060"/>
                    </a:cubicBezTo>
                    <a:lnTo>
                      <a:pt x="119273" y="79057"/>
                    </a:lnTo>
                    <a:lnTo>
                      <a:pt x="114236" y="80772"/>
                    </a:lnTo>
                    <a:lnTo>
                      <a:pt x="109104" y="82391"/>
                    </a:lnTo>
                    <a:cubicBezTo>
                      <a:pt x="99600" y="85535"/>
                      <a:pt x="90761" y="88011"/>
                      <a:pt x="82778" y="89821"/>
                    </a:cubicBezTo>
                    <a:cubicBezTo>
                      <a:pt x="75409" y="91497"/>
                      <a:pt x="67901" y="92488"/>
                      <a:pt x="60349" y="92773"/>
                    </a:cubicBezTo>
                    <a:cubicBezTo>
                      <a:pt x="53710" y="93002"/>
                      <a:pt x="47068" y="92402"/>
                      <a:pt x="40581" y="90964"/>
                    </a:cubicBezTo>
                    <a:cubicBezTo>
                      <a:pt x="34183" y="89354"/>
                      <a:pt x="28042" y="86849"/>
                      <a:pt x="22334" y="83534"/>
                    </a:cubicBezTo>
                    <a:cubicBezTo>
                      <a:pt x="16043" y="80229"/>
                      <a:pt x="10584" y="75543"/>
                      <a:pt x="6368" y="69818"/>
                    </a:cubicBezTo>
                    <a:cubicBezTo>
                      <a:pt x="3291" y="65532"/>
                      <a:pt x="1781" y="60322"/>
                      <a:pt x="2091" y="55054"/>
                    </a:cubicBezTo>
                    <a:cubicBezTo>
                      <a:pt x="2294" y="49730"/>
                      <a:pt x="4009" y="44577"/>
                      <a:pt x="7033" y="40196"/>
                    </a:cubicBezTo>
                    <a:cubicBezTo>
                      <a:pt x="11467" y="34747"/>
                      <a:pt x="16689" y="29994"/>
                      <a:pt x="22524" y="26098"/>
                    </a:cubicBezTo>
                    <a:lnTo>
                      <a:pt x="0" y="13049"/>
                    </a:lnTo>
                    <a:lnTo>
                      <a:pt x="13210" y="5429"/>
                    </a:lnTo>
                    <a:lnTo>
                      <a:pt x="35544" y="18002"/>
                    </a:lnTo>
                    <a:cubicBezTo>
                      <a:pt x="46019" y="12849"/>
                      <a:pt x="57010" y="8830"/>
                      <a:pt x="68332" y="6001"/>
                    </a:cubicBezTo>
                    <a:cubicBezTo>
                      <a:pt x="79113" y="3258"/>
                      <a:pt x="90067" y="1248"/>
                      <a:pt x="101120" y="0"/>
                    </a:cubicBezTo>
                    <a:close/>
                    <a:moveTo>
                      <a:pt x="47614" y="62294"/>
                    </a:moveTo>
                    <a:cubicBezTo>
                      <a:pt x="52651" y="65189"/>
                      <a:pt x="58470" y="66418"/>
                      <a:pt x="64246" y="65818"/>
                    </a:cubicBezTo>
                    <a:cubicBezTo>
                      <a:pt x="71975" y="64951"/>
                      <a:pt x="79590" y="63265"/>
                      <a:pt x="86960" y="60770"/>
                    </a:cubicBezTo>
                    <a:lnTo>
                      <a:pt x="51225" y="40196"/>
                    </a:lnTo>
                    <a:cubicBezTo>
                      <a:pt x="38110" y="48673"/>
                      <a:pt x="36875" y="56007"/>
                      <a:pt x="47614" y="62294"/>
                    </a:cubicBezTo>
                    <a:close/>
                    <a:moveTo>
                      <a:pt x="173064" y="72771"/>
                    </a:moveTo>
                    <a:cubicBezTo>
                      <a:pt x="167619" y="69771"/>
                      <a:pt x="161346" y="68628"/>
                      <a:pt x="155197" y="69532"/>
                    </a:cubicBezTo>
                    <a:cubicBezTo>
                      <a:pt x="146746" y="70609"/>
                      <a:pt x="138412" y="72457"/>
                      <a:pt x="130297" y="75057"/>
                    </a:cubicBezTo>
                    <a:lnTo>
                      <a:pt x="165841" y="95631"/>
                    </a:lnTo>
                    <a:cubicBezTo>
                      <a:pt x="180952" y="86296"/>
                      <a:pt x="183423" y="78296"/>
                      <a:pt x="173064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4500;p48">
                <a:extLst>
                  <a:ext uri="{FF2B5EF4-FFF2-40B4-BE49-F238E27FC236}">
                    <a16:creationId xmlns:a16="http://schemas.microsoft.com/office/drawing/2014/main" id="{28AF52FA-3C75-C598-95CB-58447B8ADF18}"/>
                  </a:ext>
                </a:extLst>
              </p:cNvPr>
              <p:cNvSpPr/>
              <p:nvPr/>
            </p:nvSpPr>
            <p:spPr>
              <a:xfrm>
                <a:off x="4380566" y="5425821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4501;p48">
                <a:extLst>
                  <a:ext uri="{FF2B5EF4-FFF2-40B4-BE49-F238E27FC236}">
                    <a16:creationId xmlns:a16="http://schemas.microsoft.com/office/drawing/2014/main" id="{4E844040-D549-0C3A-181C-04267DDA3DB4}"/>
                  </a:ext>
                </a:extLst>
              </p:cNvPr>
              <p:cNvSpPr/>
              <p:nvPr/>
            </p:nvSpPr>
            <p:spPr>
              <a:xfrm>
                <a:off x="4475699" y="5433726"/>
                <a:ext cx="31552" cy="14763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763" extrusionOk="0">
                    <a:moveTo>
                      <a:pt x="31553" y="12859"/>
                    </a:moveTo>
                    <a:lnTo>
                      <a:pt x="31553" y="0"/>
                    </a:lnTo>
                    <a:lnTo>
                      <a:pt x="0" y="2381"/>
                    </a:lnTo>
                    <a:lnTo>
                      <a:pt x="18152" y="14764"/>
                    </a:lnTo>
                    <a:lnTo>
                      <a:pt x="31553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4502;p48">
                <a:extLst>
                  <a:ext uri="{FF2B5EF4-FFF2-40B4-BE49-F238E27FC236}">
                    <a16:creationId xmlns:a16="http://schemas.microsoft.com/office/drawing/2014/main" id="{FB915361-CEEC-CDF0-0783-4867B478CC9E}"/>
                  </a:ext>
                </a:extLst>
              </p:cNvPr>
              <p:cNvSpPr/>
              <p:nvPr/>
            </p:nvSpPr>
            <p:spPr>
              <a:xfrm>
                <a:off x="4486248" y="5386197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4503;p48">
                <a:extLst>
                  <a:ext uri="{FF2B5EF4-FFF2-40B4-BE49-F238E27FC236}">
                    <a16:creationId xmlns:a16="http://schemas.microsoft.com/office/drawing/2014/main" id="{2FDDD18C-C6DE-9F55-5E8C-1FD0A45D96F7}"/>
                  </a:ext>
                </a:extLst>
              </p:cNvPr>
              <p:cNvSpPr/>
              <p:nvPr/>
            </p:nvSpPr>
            <p:spPr>
              <a:xfrm>
                <a:off x="4411929" y="5390959"/>
                <a:ext cx="35639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4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4504;p48">
                <a:extLst>
                  <a:ext uri="{FF2B5EF4-FFF2-40B4-BE49-F238E27FC236}">
                    <a16:creationId xmlns:a16="http://schemas.microsoft.com/office/drawing/2014/main" id="{9BD3DE30-9BC5-1325-7E7B-40934BE0AFF8}"/>
                  </a:ext>
                </a:extLst>
              </p:cNvPr>
              <p:cNvSpPr/>
              <p:nvPr/>
            </p:nvSpPr>
            <p:spPr>
              <a:xfrm>
                <a:off x="4339320" y="5349621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191"/>
                    </a:moveTo>
                    <a:lnTo>
                      <a:pt x="36780" y="29146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346" y="17812"/>
                    </a:cubicBezTo>
                    <a:cubicBezTo>
                      <a:pt x="36032" y="14097"/>
                      <a:pt x="32188" y="10887"/>
                      <a:pt x="27941" y="8287"/>
                    </a:cubicBezTo>
                    <a:cubicBezTo>
                      <a:pt x="25185" y="7810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4505;p48">
                <a:extLst>
                  <a:ext uri="{FF2B5EF4-FFF2-40B4-BE49-F238E27FC236}">
                    <a16:creationId xmlns:a16="http://schemas.microsoft.com/office/drawing/2014/main" id="{338A5DEC-1600-3D95-D47F-576A99E87C26}"/>
                  </a:ext>
                </a:extLst>
              </p:cNvPr>
              <p:cNvSpPr/>
              <p:nvPr/>
            </p:nvSpPr>
            <p:spPr>
              <a:xfrm>
                <a:off x="4380091" y="5326094"/>
                <a:ext cx="20528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383" extrusionOk="0">
                    <a:moveTo>
                      <a:pt x="20528" y="18383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4506;p48">
                <a:extLst>
                  <a:ext uri="{FF2B5EF4-FFF2-40B4-BE49-F238E27FC236}">
                    <a16:creationId xmlns:a16="http://schemas.microsoft.com/office/drawing/2014/main" id="{5B069DD3-59A6-854D-102D-E45F21DAE2AA}"/>
                  </a:ext>
                </a:extLst>
              </p:cNvPr>
              <p:cNvSpPr/>
              <p:nvPr/>
            </p:nvSpPr>
            <p:spPr>
              <a:xfrm>
                <a:off x="4288189" y="5322284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4507;p48">
                <a:extLst>
                  <a:ext uri="{FF2B5EF4-FFF2-40B4-BE49-F238E27FC236}">
                    <a16:creationId xmlns:a16="http://schemas.microsoft.com/office/drawing/2014/main" id="{05827428-F49A-4C2C-DB75-148C7B7382A9}"/>
                  </a:ext>
                </a:extLst>
              </p:cNvPr>
              <p:cNvSpPr/>
              <p:nvPr/>
            </p:nvSpPr>
            <p:spPr>
              <a:xfrm>
                <a:off x="4288855" y="5365623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cubicBezTo>
                      <a:pt x="0" y="13430"/>
                      <a:pt x="0" y="0"/>
                      <a:pt x="0" y="0"/>
                    </a:cubicBezTo>
                    <a:lnTo>
                      <a:pt x="22429" y="0"/>
                    </a:lnTo>
                    <a:lnTo>
                      <a:pt x="16917" y="12001"/>
                    </a:lnTo>
                    <a:lnTo>
                      <a:pt x="7413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4508;p48">
                <a:extLst>
                  <a:ext uri="{FF2B5EF4-FFF2-40B4-BE49-F238E27FC236}">
                    <a16:creationId xmlns:a16="http://schemas.microsoft.com/office/drawing/2014/main" id="{3E375DA0-5853-EB85-B597-E9FA0E8DB4B7}"/>
                  </a:ext>
                </a:extLst>
              </p:cNvPr>
              <p:cNvSpPr/>
              <p:nvPr/>
            </p:nvSpPr>
            <p:spPr>
              <a:xfrm>
                <a:off x="4289330" y="5309520"/>
                <a:ext cx="220369" cy="139160"/>
              </a:xfrm>
              <a:custGeom>
                <a:avLst/>
                <a:gdLst/>
                <a:ahLst/>
                <a:cxnLst/>
                <a:rect l="l" t="t" r="r" b="b"/>
                <a:pathLst>
                  <a:path w="220369" h="139160" extrusionOk="0">
                    <a:moveTo>
                      <a:pt x="111289" y="22098"/>
                    </a:moveTo>
                    <a:cubicBezTo>
                      <a:pt x="108361" y="22060"/>
                      <a:pt x="105434" y="22279"/>
                      <a:pt x="102546" y="22765"/>
                    </a:cubicBezTo>
                    <a:cubicBezTo>
                      <a:pt x="98649" y="23336"/>
                      <a:pt x="94278" y="24098"/>
                      <a:pt x="89431" y="25146"/>
                    </a:cubicBezTo>
                    <a:cubicBezTo>
                      <a:pt x="84584" y="26194"/>
                      <a:pt x="79452" y="27432"/>
                      <a:pt x="74225" y="29051"/>
                    </a:cubicBezTo>
                    <a:cubicBezTo>
                      <a:pt x="69142" y="30566"/>
                      <a:pt x="64185" y="32480"/>
                      <a:pt x="59399" y="34766"/>
                    </a:cubicBezTo>
                    <a:lnTo>
                      <a:pt x="97414" y="56864"/>
                    </a:lnTo>
                    <a:lnTo>
                      <a:pt x="104257" y="54388"/>
                    </a:lnTo>
                    <a:cubicBezTo>
                      <a:pt x="113760" y="51149"/>
                      <a:pt x="123264" y="48482"/>
                      <a:pt x="131722" y="46196"/>
                    </a:cubicBezTo>
                    <a:cubicBezTo>
                      <a:pt x="139804" y="44015"/>
                      <a:pt x="148080" y="42644"/>
                      <a:pt x="156432" y="42101"/>
                    </a:cubicBezTo>
                    <a:cubicBezTo>
                      <a:pt x="164070" y="41596"/>
                      <a:pt x="171739" y="42101"/>
                      <a:pt x="179241" y="43625"/>
                    </a:cubicBezTo>
                    <a:cubicBezTo>
                      <a:pt x="186874" y="45253"/>
                      <a:pt x="194193" y="48120"/>
                      <a:pt x="200910" y="52102"/>
                    </a:cubicBezTo>
                    <a:cubicBezTo>
                      <a:pt x="207554" y="55455"/>
                      <a:pt x="213244" y="60427"/>
                      <a:pt x="217447" y="66580"/>
                    </a:cubicBezTo>
                    <a:cubicBezTo>
                      <a:pt x="220193" y="71047"/>
                      <a:pt x="221049" y="76429"/>
                      <a:pt x="219823" y="81534"/>
                    </a:cubicBezTo>
                    <a:cubicBezTo>
                      <a:pt x="218233" y="87173"/>
                      <a:pt x="215145" y="92278"/>
                      <a:pt x="210889" y="96298"/>
                    </a:cubicBezTo>
                    <a:cubicBezTo>
                      <a:pt x="205705" y="101613"/>
                      <a:pt x="199897" y="106289"/>
                      <a:pt x="193592" y="110204"/>
                    </a:cubicBezTo>
                    <a:lnTo>
                      <a:pt x="217922" y="124301"/>
                    </a:lnTo>
                    <a:lnTo>
                      <a:pt x="204712" y="131921"/>
                    </a:lnTo>
                    <a:lnTo>
                      <a:pt x="180192" y="117729"/>
                    </a:lnTo>
                    <a:cubicBezTo>
                      <a:pt x="168525" y="123558"/>
                      <a:pt x="156297" y="128188"/>
                      <a:pt x="143697" y="131540"/>
                    </a:cubicBezTo>
                    <a:cubicBezTo>
                      <a:pt x="130535" y="135217"/>
                      <a:pt x="117088" y="137760"/>
                      <a:pt x="103496" y="139160"/>
                    </a:cubicBezTo>
                    <a:lnTo>
                      <a:pt x="91236" y="116014"/>
                    </a:lnTo>
                    <a:cubicBezTo>
                      <a:pt x="94797" y="115919"/>
                      <a:pt x="98350" y="115634"/>
                      <a:pt x="101881" y="115157"/>
                    </a:cubicBezTo>
                    <a:cubicBezTo>
                      <a:pt x="107279" y="114519"/>
                      <a:pt x="112641" y="113595"/>
                      <a:pt x="117942" y="112395"/>
                    </a:cubicBezTo>
                    <a:cubicBezTo>
                      <a:pt x="123834" y="111157"/>
                      <a:pt x="130012" y="109538"/>
                      <a:pt x="136950" y="107633"/>
                    </a:cubicBezTo>
                    <a:cubicBezTo>
                      <a:pt x="143464" y="105842"/>
                      <a:pt x="149821" y="103518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248"/>
                      <a:pt x="114616" y="79915"/>
                      <a:pt x="112905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7" y="89440"/>
                    </a:cubicBezTo>
                    <a:cubicBezTo>
                      <a:pt x="74081" y="91145"/>
                      <a:pt x="66572" y="92164"/>
                      <a:pt x="59019" y="92488"/>
                    </a:cubicBezTo>
                    <a:cubicBezTo>
                      <a:pt x="52375" y="92688"/>
                      <a:pt x="45733" y="92050"/>
                      <a:pt x="39251" y="90583"/>
                    </a:cubicBezTo>
                    <a:cubicBezTo>
                      <a:pt x="32826" y="89049"/>
                      <a:pt x="26672" y="86544"/>
                      <a:pt x="21003" y="83153"/>
                    </a:cubicBezTo>
                    <a:cubicBezTo>
                      <a:pt x="14721" y="79886"/>
                      <a:pt x="9261" y="75229"/>
                      <a:pt x="5037" y="69533"/>
                    </a:cubicBezTo>
                    <a:cubicBezTo>
                      <a:pt x="1975" y="65246"/>
                      <a:pt x="466" y="60036"/>
                      <a:pt x="760" y="54769"/>
                    </a:cubicBezTo>
                    <a:cubicBezTo>
                      <a:pt x="1328" y="49273"/>
                      <a:pt x="3511" y="44063"/>
                      <a:pt x="7033" y="39814"/>
                    </a:cubicBezTo>
                    <a:cubicBezTo>
                      <a:pt x="11472" y="34404"/>
                      <a:pt x="16693" y="29680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4214" y="18002"/>
                    </a:lnTo>
                    <a:cubicBezTo>
                      <a:pt x="44668" y="12783"/>
                      <a:pt x="55664" y="8725"/>
                      <a:pt x="67002" y="5905"/>
                    </a:cubicBezTo>
                    <a:cubicBezTo>
                      <a:pt x="77774" y="3143"/>
                      <a:pt x="88732" y="1172"/>
                      <a:pt x="99790" y="0"/>
                    </a:cubicBezTo>
                    <a:close/>
                    <a:moveTo>
                      <a:pt x="46283" y="62579"/>
                    </a:moveTo>
                    <a:cubicBezTo>
                      <a:pt x="51312" y="65504"/>
                      <a:pt x="57130" y="66770"/>
                      <a:pt x="62915" y="66199"/>
                    </a:cubicBezTo>
                    <a:cubicBezTo>
                      <a:pt x="70639" y="65246"/>
                      <a:pt x="78248" y="63522"/>
                      <a:pt x="85629" y="61055"/>
                    </a:cubicBezTo>
                    <a:lnTo>
                      <a:pt x="49895" y="40386"/>
                    </a:lnTo>
                    <a:cubicBezTo>
                      <a:pt x="36780" y="48835"/>
                      <a:pt x="35576" y="56226"/>
                      <a:pt x="46283" y="62579"/>
                    </a:cubicBezTo>
                    <a:close/>
                    <a:moveTo>
                      <a:pt x="171733" y="73057"/>
                    </a:moveTo>
                    <a:cubicBezTo>
                      <a:pt x="166278" y="70085"/>
                      <a:pt x="160005" y="68980"/>
                      <a:pt x="153866" y="69913"/>
                    </a:cubicBezTo>
                    <a:cubicBezTo>
                      <a:pt x="145426" y="70999"/>
                      <a:pt x="137095" y="72819"/>
                      <a:pt x="128966" y="75343"/>
                    </a:cubicBezTo>
                    <a:lnTo>
                      <a:pt x="164511" y="95917"/>
                    </a:lnTo>
                    <a:cubicBezTo>
                      <a:pt x="179622" y="86296"/>
                      <a:pt x="182093" y="78677"/>
                      <a:pt x="171733" y="7267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" name="Google Shape;4509;p48">
              <a:extLst>
                <a:ext uri="{FF2B5EF4-FFF2-40B4-BE49-F238E27FC236}">
                  <a16:creationId xmlns:a16="http://schemas.microsoft.com/office/drawing/2014/main" id="{5A2DFA84-DE23-6CF4-BB64-76C9D316BFAA}"/>
                </a:ext>
              </a:extLst>
            </p:cNvPr>
            <p:cNvGrpSpPr/>
            <p:nvPr/>
          </p:nvGrpSpPr>
          <p:grpSpPr>
            <a:xfrm>
              <a:off x="3915836" y="4477454"/>
              <a:ext cx="746806" cy="516445"/>
              <a:chOff x="5696936" y="5293804"/>
              <a:chExt cx="746806" cy="516445"/>
            </a:xfrm>
          </p:grpSpPr>
          <p:sp>
            <p:nvSpPr>
              <p:cNvPr id="83" name="Google Shape;4510;p48">
                <a:extLst>
                  <a:ext uri="{FF2B5EF4-FFF2-40B4-BE49-F238E27FC236}">
                    <a16:creationId xmlns:a16="http://schemas.microsoft.com/office/drawing/2014/main" id="{2FDBBB73-ACC4-694F-0A93-4922FF5E9EC6}"/>
                  </a:ext>
                </a:extLst>
              </p:cNvPr>
              <p:cNvSpPr/>
              <p:nvPr/>
            </p:nvSpPr>
            <p:spPr>
              <a:xfrm>
                <a:off x="5696936" y="5425630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4511;p48">
                <a:extLst>
                  <a:ext uri="{FF2B5EF4-FFF2-40B4-BE49-F238E27FC236}">
                    <a16:creationId xmlns:a16="http://schemas.microsoft.com/office/drawing/2014/main" id="{25B2FF1C-E284-4C83-F0C5-DA9052941C44}"/>
                  </a:ext>
                </a:extLst>
              </p:cNvPr>
              <p:cNvSpPr/>
              <p:nvPr/>
            </p:nvSpPr>
            <p:spPr>
              <a:xfrm>
                <a:off x="5779143" y="537619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19"/>
                      <a:pt x="332252" y="384619"/>
                    </a:cubicBezTo>
                    <a:cubicBezTo>
                      <a:pt x="148754" y="384619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4512;p48">
                <a:extLst>
                  <a:ext uri="{FF2B5EF4-FFF2-40B4-BE49-F238E27FC236}">
                    <a16:creationId xmlns:a16="http://schemas.microsoft.com/office/drawing/2014/main" id="{039F7225-0DC3-BD9A-F6F6-50710B7501DB}"/>
                  </a:ext>
                </a:extLst>
              </p:cNvPr>
              <p:cNvSpPr/>
              <p:nvPr/>
            </p:nvSpPr>
            <p:spPr>
              <a:xfrm>
                <a:off x="5779238" y="548382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4513;p48">
                <a:extLst>
                  <a:ext uri="{FF2B5EF4-FFF2-40B4-BE49-F238E27FC236}">
                    <a16:creationId xmlns:a16="http://schemas.microsoft.com/office/drawing/2014/main" id="{DB2069E5-EA4F-8BA3-4332-8FB8EF9C9584}"/>
                  </a:ext>
                </a:extLst>
              </p:cNvPr>
              <p:cNvSpPr/>
              <p:nvPr/>
            </p:nvSpPr>
            <p:spPr>
              <a:xfrm>
                <a:off x="6393753" y="548611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4514;p48">
                <a:extLst>
                  <a:ext uri="{FF2B5EF4-FFF2-40B4-BE49-F238E27FC236}">
                    <a16:creationId xmlns:a16="http://schemas.microsoft.com/office/drawing/2014/main" id="{D0FFE3BB-C024-1875-2117-5F8A1C8497D7}"/>
                  </a:ext>
                </a:extLst>
              </p:cNvPr>
              <p:cNvSpPr/>
              <p:nvPr/>
            </p:nvSpPr>
            <p:spPr>
              <a:xfrm>
                <a:off x="5779143" y="529380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4515;p48">
                <a:extLst>
                  <a:ext uri="{FF2B5EF4-FFF2-40B4-BE49-F238E27FC236}">
                    <a16:creationId xmlns:a16="http://schemas.microsoft.com/office/drawing/2014/main" id="{90F0A71C-48B5-F015-D852-DBE8C5883551}"/>
                  </a:ext>
                </a:extLst>
              </p:cNvPr>
              <p:cNvSpPr/>
              <p:nvPr/>
            </p:nvSpPr>
            <p:spPr>
              <a:xfrm>
                <a:off x="5873643" y="5346215"/>
                <a:ext cx="475693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3" h="275248" extrusionOk="0">
                    <a:moveTo>
                      <a:pt x="475252" y="145899"/>
                    </a:moveTo>
                    <a:cubicBezTo>
                      <a:pt x="471926" y="178284"/>
                      <a:pt x="448831" y="210193"/>
                      <a:pt x="406064" y="234958"/>
                    </a:cubicBezTo>
                    <a:cubicBezTo>
                      <a:pt x="313117" y="288679"/>
                      <a:pt x="162482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149" y="69223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4516;p48">
                <a:extLst>
                  <a:ext uri="{FF2B5EF4-FFF2-40B4-BE49-F238E27FC236}">
                    <a16:creationId xmlns:a16="http://schemas.microsoft.com/office/drawing/2014/main" id="{0C74ADF8-E8F5-EF25-A9E7-CEB09E377A78}"/>
                  </a:ext>
                </a:extLst>
              </p:cNvPr>
              <p:cNvSpPr/>
              <p:nvPr/>
            </p:nvSpPr>
            <p:spPr>
              <a:xfrm>
                <a:off x="5874086" y="536269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480"/>
                    </a:cubicBezTo>
                    <a:cubicBezTo>
                      <a:pt x="312675" y="272201"/>
                      <a:pt x="162040" y="272201"/>
                      <a:pt x="69188" y="218480"/>
                    </a:cubicBezTo>
                    <a:cubicBezTo>
                      <a:pt x="26326" y="193715"/>
                      <a:pt x="3326" y="161806"/>
                      <a:pt x="0" y="129421"/>
                    </a:cubicBezTo>
                    <a:cubicBezTo>
                      <a:pt x="3326" y="97036"/>
                      <a:pt x="26326" y="65127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127"/>
                      <a:pt x="471483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4517;p48">
                <a:extLst>
                  <a:ext uri="{FF2B5EF4-FFF2-40B4-BE49-F238E27FC236}">
                    <a16:creationId xmlns:a16="http://schemas.microsoft.com/office/drawing/2014/main" id="{8364259E-6C72-5B09-9BB5-A77F38ADD38D}"/>
                  </a:ext>
                </a:extLst>
              </p:cNvPr>
              <p:cNvSpPr/>
              <p:nvPr/>
            </p:nvSpPr>
            <p:spPr>
              <a:xfrm>
                <a:off x="5996115" y="5424963"/>
                <a:ext cx="220987" cy="138970"/>
              </a:xfrm>
              <a:custGeom>
                <a:avLst/>
                <a:gdLst/>
                <a:ahLst/>
                <a:cxnLst/>
                <a:rect l="l" t="t" r="r" b="b"/>
                <a:pathLst>
                  <a:path w="220987" h="138970" extrusionOk="0">
                    <a:moveTo>
                      <a:pt x="111859" y="22098"/>
                    </a:moveTo>
                    <a:cubicBezTo>
                      <a:pt x="108932" y="22060"/>
                      <a:pt x="106005" y="22279"/>
                      <a:pt x="103116" y="22765"/>
                    </a:cubicBezTo>
                    <a:cubicBezTo>
                      <a:pt x="99219" y="23336"/>
                      <a:pt x="94848" y="24098"/>
                      <a:pt x="90001" y="25146"/>
                    </a:cubicBezTo>
                    <a:cubicBezTo>
                      <a:pt x="85154" y="26194"/>
                      <a:pt x="80497" y="27432"/>
                      <a:pt x="74890" y="29051"/>
                    </a:cubicBezTo>
                    <a:cubicBezTo>
                      <a:pt x="69777" y="30566"/>
                      <a:pt x="64787" y="32480"/>
                      <a:pt x="59969" y="34766"/>
                    </a:cubicBezTo>
                    <a:lnTo>
                      <a:pt x="97984" y="56864"/>
                    </a:lnTo>
                    <a:lnTo>
                      <a:pt x="104827" y="54388"/>
                    </a:lnTo>
                    <a:cubicBezTo>
                      <a:pt x="114331" y="51149"/>
                      <a:pt x="123834" y="48387"/>
                      <a:pt x="132293" y="46196"/>
                    </a:cubicBezTo>
                    <a:cubicBezTo>
                      <a:pt x="140409" y="44015"/>
                      <a:pt x="148715" y="42644"/>
                      <a:pt x="157098" y="42101"/>
                    </a:cubicBezTo>
                    <a:cubicBezTo>
                      <a:pt x="164701" y="41596"/>
                      <a:pt x="172342" y="42101"/>
                      <a:pt x="179812" y="43625"/>
                    </a:cubicBezTo>
                    <a:cubicBezTo>
                      <a:pt x="187472" y="45253"/>
                      <a:pt x="194828" y="48120"/>
                      <a:pt x="201575" y="52102"/>
                    </a:cubicBezTo>
                    <a:cubicBezTo>
                      <a:pt x="208199" y="55445"/>
                      <a:pt x="213854" y="60427"/>
                      <a:pt x="218017" y="66580"/>
                    </a:cubicBezTo>
                    <a:cubicBezTo>
                      <a:pt x="220839" y="71019"/>
                      <a:pt x="221695" y="76438"/>
                      <a:pt x="220393" y="81534"/>
                    </a:cubicBezTo>
                    <a:cubicBezTo>
                      <a:pt x="218806" y="87173"/>
                      <a:pt x="215717" y="92278"/>
                      <a:pt x="211459" y="96298"/>
                    </a:cubicBezTo>
                    <a:cubicBezTo>
                      <a:pt x="206261" y="101613"/>
                      <a:pt x="200425" y="106261"/>
                      <a:pt x="194067" y="110109"/>
                    </a:cubicBezTo>
                    <a:lnTo>
                      <a:pt x="218302" y="124206"/>
                    </a:lnTo>
                    <a:lnTo>
                      <a:pt x="205092" y="131826"/>
                    </a:lnTo>
                    <a:lnTo>
                      <a:pt x="180667" y="117634"/>
                    </a:lnTo>
                    <a:cubicBezTo>
                      <a:pt x="169034" y="123463"/>
                      <a:pt x="156841" y="128092"/>
                      <a:pt x="144267" y="131445"/>
                    </a:cubicBezTo>
                    <a:cubicBezTo>
                      <a:pt x="131114" y="135112"/>
                      <a:pt x="117657" y="137636"/>
                      <a:pt x="104066" y="138970"/>
                    </a:cubicBezTo>
                    <a:lnTo>
                      <a:pt x="91236" y="116015"/>
                    </a:lnTo>
                    <a:cubicBezTo>
                      <a:pt x="94829" y="115919"/>
                      <a:pt x="98412" y="115634"/>
                      <a:pt x="101976" y="115158"/>
                    </a:cubicBezTo>
                    <a:cubicBezTo>
                      <a:pt x="107345" y="114510"/>
                      <a:pt x="112667" y="113586"/>
                      <a:pt x="117942" y="112395"/>
                    </a:cubicBezTo>
                    <a:cubicBezTo>
                      <a:pt x="123834" y="111157"/>
                      <a:pt x="130012" y="109538"/>
                      <a:pt x="136949" y="107633"/>
                    </a:cubicBezTo>
                    <a:cubicBezTo>
                      <a:pt x="143460" y="105823"/>
                      <a:pt x="149818" y="103489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248"/>
                      <a:pt x="114711" y="79915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543" y="89440"/>
                    </a:cubicBezTo>
                    <a:cubicBezTo>
                      <a:pt x="74177" y="91154"/>
                      <a:pt x="66669" y="92145"/>
                      <a:pt x="59114" y="92393"/>
                    </a:cubicBezTo>
                    <a:cubicBezTo>
                      <a:pt x="52470" y="92678"/>
                      <a:pt x="45827" y="92069"/>
                      <a:pt x="39346" y="90583"/>
                    </a:cubicBezTo>
                    <a:cubicBezTo>
                      <a:pt x="32893" y="89059"/>
                      <a:pt x="26706" y="86554"/>
                      <a:pt x="21003" y="83153"/>
                    </a:cubicBezTo>
                    <a:cubicBezTo>
                      <a:pt x="14750" y="79886"/>
                      <a:pt x="9314" y="75229"/>
                      <a:pt x="5132" y="69533"/>
                    </a:cubicBezTo>
                    <a:cubicBezTo>
                      <a:pt x="2005" y="65275"/>
                      <a:pt x="456" y="60055"/>
                      <a:pt x="760" y="54769"/>
                    </a:cubicBezTo>
                    <a:cubicBezTo>
                      <a:pt x="1331" y="49273"/>
                      <a:pt x="3507" y="44063"/>
                      <a:pt x="7033" y="39815"/>
                    </a:cubicBezTo>
                    <a:cubicBezTo>
                      <a:pt x="11443" y="34376"/>
                      <a:pt x="16670" y="29651"/>
                      <a:pt x="22524" y="25813"/>
                    </a:cubicBezTo>
                    <a:lnTo>
                      <a:pt x="0" y="12764"/>
                    </a:lnTo>
                    <a:lnTo>
                      <a:pt x="13305" y="5048"/>
                    </a:lnTo>
                    <a:lnTo>
                      <a:pt x="35544" y="18002"/>
                    </a:lnTo>
                    <a:cubicBezTo>
                      <a:pt x="45998" y="12783"/>
                      <a:pt x="56994" y="8725"/>
                      <a:pt x="68332" y="5906"/>
                    </a:cubicBezTo>
                    <a:cubicBezTo>
                      <a:pt x="79109" y="3153"/>
                      <a:pt x="90067" y="1181"/>
                      <a:pt x="101120" y="0"/>
                    </a:cubicBezTo>
                    <a:close/>
                    <a:moveTo>
                      <a:pt x="46949" y="62198"/>
                    </a:moveTo>
                    <a:cubicBezTo>
                      <a:pt x="51948" y="65122"/>
                      <a:pt x="57726" y="66389"/>
                      <a:pt x="63485" y="65818"/>
                    </a:cubicBezTo>
                    <a:cubicBezTo>
                      <a:pt x="71212" y="64875"/>
                      <a:pt x="78824" y="63151"/>
                      <a:pt x="86199" y="60674"/>
                    </a:cubicBezTo>
                    <a:lnTo>
                      <a:pt x="50465" y="40005"/>
                    </a:lnTo>
                    <a:cubicBezTo>
                      <a:pt x="37350" y="48578"/>
                      <a:pt x="36181" y="55979"/>
                      <a:pt x="46949" y="62198"/>
                    </a:cubicBezTo>
                    <a:close/>
                    <a:moveTo>
                      <a:pt x="172399" y="72676"/>
                    </a:moveTo>
                    <a:cubicBezTo>
                      <a:pt x="166896" y="69733"/>
                      <a:pt x="160605" y="68628"/>
                      <a:pt x="154437" y="69533"/>
                    </a:cubicBezTo>
                    <a:cubicBezTo>
                      <a:pt x="145997" y="70628"/>
                      <a:pt x="137672" y="72447"/>
                      <a:pt x="129537" y="74962"/>
                    </a:cubicBezTo>
                    <a:lnTo>
                      <a:pt x="165081" y="95536"/>
                    </a:lnTo>
                    <a:cubicBezTo>
                      <a:pt x="180667" y="86296"/>
                      <a:pt x="182663" y="78677"/>
                      <a:pt x="17239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4518;p48">
                <a:extLst>
                  <a:ext uri="{FF2B5EF4-FFF2-40B4-BE49-F238E27FC236}">
                    <a16:creationId xmlns:a16="http://schemas.microsoft.com/office/drawing/2014/main" id="{03B5E25C-B18B-6FB4-841E-69D78F513D16}"/>
                  </a:ext>
                </a:extLst>
              </p:cNvPr>
              <p:cNvSpPr/>
              <p:nvPr/>
            </p:nvSpPr>
            <p:spPr>
              <a:xfrm>
                <a:off x="6087446" y="552802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4519;p48">
                <a:extLst>
                  <a:ext uri="{FF2B5EF4-FFF2-40B4-BE49-F238E27FC236}">
                    <a16:creationId xmlns:a16="http://schemas.microsoft.com/office/drawing/2014/main" id="{6B42F44B-267D-22A8-40DB-ADC00BB2130D}"/>
                  </a:ext>
                </a:extLst>
              </p:cNvPr>
              <p:cNvSpPr/>
              <p:nvPr/>
            </p:nvSpPr>
            <p:spPr>
              <a:xfrm>
                <a:off x="6183054" y="5536215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954"/>
                    </a:moveTo>
                    <a:lnTo>
                      <a:pt x="31552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552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4520;p48">
                <a:extLst>
                  <a:ext uri="{FF2B5EF4-FFF2-40B4-BE49-F238E27FC236}">
                    <a16:creationId xmlns:a16="http://schemas.microsoft.com/office/drawing/2014/main" id="{2F5D9117-BDB2-D2B9-2C77-2D8CE5D5B8BD}"/>
                  </a:ext>
                </a:extLst>
              </p:cNvPr>
              <p:cNvSpPr/>
              <p:nvPr/>
            </p:nvSpPr>
            <p:spPr>
              <a:xfrm>
                <a:off x="6193698" y="5488685"/>
                <a:ext cx="23569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569" h="13049" extrusionOk="0">
                    <a:moveTo>
                      <a:pt x="23569" y="13049"/>
                    </a:moveTo>
                    <a:lnTo>
                      <a:pt x="23569" y="0"/>
                    </a:lnTo>
                    <a:lnTo>
                      <a:pt x="0" y="8573"/>
                    </a:lnTo>
                    <a:lnTo>
                      <a:pt x="23569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4521;p48">
                <a:extLst>
                  <a:ext uri="{FF2B5EF4-FFF2-40B4-BE49-F238E27FC236}">
                    <a16:creationId xmlns:a16="http://schemas.microsoft.com/office/drawing/2014/main" id="{A142DD4A-0F59-BD27-DCEB-9EE2938E6383}"/>
                  </a:ext>
                </a:extLst>
              </p:cNvPr>
              <p:cNvSpPr/>
              <p:nvPr/>
            </p:nvSpPr>
            <p:spPr>
              <a:xfrm>
                <a:off x="6119759" y="549354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670"/>
                    </a:lnTo>
                    <a:cubicBezTo>
                      <a:pt x="33929" y="24670"/>
                      <a:pt x="13210" y="15907"/>
                      <a:pt x="12545" y="15145"/>
                    </a:cubicBezTo>
                    <a:cubicBezTo>
                      <a:pt x="11880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4522;p48">
                <a:extLst>
                  <a:ext uri="{FF2B5EF4-FFF2-40B4-BE49-F238E27FC236}">
                    <a16:creationId xmlns:a16="http://schemas.microsoft.com/office/drawing/2014/main" id="{0EE273F2-1DAE-DAA7-F073-F4D0F79EC6F1}"/>
                  </a:ext>
                </a:extLst>
              </p:cNvPr>
              <p:cNvSpPr/>
              <p:nvPr/>
            </p:nvSpPr>
            <p:spPr>
              <a:xfrm>
                <a:off x="6046675" y="5452109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441" y="17907"/>
                    </a:cubicBez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4523;p48">
                <a:extLst>
                  <a:ext uri="{FF2B5EF4-FFF2-40B4-BE49-F238E27FC236}">
                    <a16:creationId xmlns:a16="http://schemas.microsoft.com/office/drawing/2014/main" id="{52C0ADE0-D3A1-2CEE-5873-ECE527A438B4}"/>
                  </a:ext>
                </a:extLst>
              </p:cNvPr>
              <p:cNvSpPr/>
              <p:nvPr/>
            </p:nvSpPr>
            <p:spPr>
              <a:xfrm>
                <a:off x="6087446" y="542858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4524;p48">
                <a:extLst>
                  <a:ext uri="{FF2B5EF4-FFF2-40B4-BE49-F238E27FC236}">
                    <a16:creationId xmlns:a16="http://schemas.microsoft.com/office/drawing/2014/main" id="{1AA201EB-BED1-4B18-2C9E-552A7FD7FCA7}"/>
                  </a:ext>
                </a:extLst>
              </p:cNvPr>
              <p:cNvSpPr/>
              <p:nvPr/>
            </p:nvSpPr>
            <p:spPr>
              <a:xfrm>
                <a:off x="5995544" y="542477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4525;p48">
                <a:extLst>
                  <a:ext uri="{FF2B5EF4-FFF2-40B4-BE49-F238E27FC236}">
                    <a16:creationId xmlns:a16="http://schemas.microsoft.com/office/drawing/2014/main" id="{466290CC-128B-9836-145A-D88F82523DC0}"/>
                  </a:ext>
                </a:extLst>
              </p:cNvPr>
              <p:cNvSpPr/>
              <p:nvPr/>
            </p:nvSpPr>
            <p:spPr>
              <a:xfrm>
                <a:off x="5996210" y="5468111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4526;p48">
                <a:extLst>
                  <a:ext uri="{FF2B5EF4-FFF2-40B4-BE49-F238E27FC236}">
                    <a16:creationId xmlns:a16="http://schemas.microsoft.com/office/drawing/2014/main" id="{DF527CF7-BECC-8214-E870-53705DEB0C02}"/>
                  </a:ext>
                </a:extLst>
              </p:cNvPr>
              <p:cNvSpPr/>
              <p:nvPr/>
            </p:nvSpPr>
            <p:spPr>
              <a:xfrm>
                <a:off x="5996115" y="5412009"/>
                <a:ext cx="22098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0987" h="139065" extrusionOk="0">
                    <a:moveTo>
                      <a:pt x="111859" y="22098"/>
                    </a:moveTo>
                    <a:cubicBezTo>
                      <a:pt x="108932" y="22098"/>
                      <a:pt x="106005" y="22355"/>
                      <a:pt x="103116" y="22860"/>
                    </a:cubicBezTo>
                    <a:cubicBezTo>
                      <a:pt x="99248" y="23431"/>
                      <a:pt x="94876" y="24194"/>
                      <a:pt x="90001" y="25146"/>
                    </a:cubicBezTo>
                    <a:cubicBezTo>
                      <a:pt x="85154" y="26194"/>
                      <a:pt x="80497" y="27527"/>
                      <a:pt x="74890" y="29051"/>
                    </a:cubicBezTo>
                    <a:cubicBezTo>
                      <a:pt x="69786" y="30613"/>
                      <a:pt x="64806" y="32518"/>
                      <a:pt x="59969" y="34766"/>
                    </a:cubicBezTo>
                    <a:lnTo>
                      <a:pt x="97984" y="56864"/>
                    </a:lnTo>
                    <a:lnTo>
                      <a:pt x="104827" y="54483"/>
                    </a:lnTo>
                    <a:cubicBezTo>
                      <a:pt x="114331" y="51245"/>
                      <a:pt x="123834" y="48482"/>
                      <a:pt x="132293" y="46196"/>
                    </a:cubicBezTo>
                    <a:cubicBezTo>
                      <a:pt x="140418" y="44063"/>
                      <a:pt x="148725" y="42691"/>
                      <a:pt x="157098" y="42100"/>
                    </a:cubicBezTo>
                    <a:cubicBezTo>
                      <a:pt x="164701" y="41643"/>
                      <a:pt x="172332" y="42158"/>
                      <a:pt x="179812" y="43624"/>
                    </a:cubicBezTo>
                    <a:cubicBezTo>
                      <a:pt x="187481" y="45291"/>
                      <a:pt x="194828" y="48187"/>
                      <a:pt x="201575" y="52197"/>
                    </a:cubicBezTo>
                    <a:cubicBezTo>
                      <a:pt x="208199" y="55540"/>
                      <a:pt x="213854" y="60522"/>
                      <a:pt x="218017" y="66675"/>
                    </a:cubicBezTo>
                    <a:cubicBezTo>
                      <a:pt x="220839" y="71114"/>
                      <a:pt x="221695" y="76533"/>
                      <a:pt x="220393" y="81629"/>
                    </a:cubicBezTo>
                    <a:cubicBezTo>
                      <a:pt x="218777" y="87259"/>
                      <a:pt x="215698" y="92354"/>
                      <a:pt x="211459" y="96393"/>
                    </a:cubicBezTo>
                    <a:cubicBezTo>
                      <a:pt x="206242" y="101689"/>
                      <a:pt x="200397" y="106318"/>
                      <a:pt x="194067" y="110204"/>
                    </a:cubicBezTo>
                    <a:lnTo>
                      <a:pt x="218302" y="124206"/>
                    </a:lnTo>
                    <a:lnTo>
                      <a:pt x="205092" y="131921"/>
                    </a:lnTo>
                    <a:lnTo>
                      <a:pt x="180667" y="117729"/>
                    </a:lnTo>
                    <a:cubicBezTo>
                      <a:pt x="168996" y="123473"/>
                      <a:pt x="156812" y="128102"/>
                      <a:pt x="144267" y="131540"/>
                    </a:cubicBezTo>
                    <a:cubicBezTo>
                      <a:pt x="131095" y="135169"/>
                      <a:pt x="117657" y="137684"/>
                      <a:pt x="104066" y="139065"/>
                    </a:cubicBezTo>
                    <a:lnTo>
                      <a:pt x="91236" y="116014"/>
                    </a:lnTo>
                    <a:cubicBezTo>
                      <a:pt x="94829" y="115967"/>
                      <a:pt x="98412" y="115710"/>
                      <a:pt x="101976" y="115253"/>
                    </a:cubicBezTo>
                    <a:cubicBezTo>
                      <a:pt x="106727" y="114681"/>
                      <a:pt x="112050" y="113729"/>
                      <a:pt x="117942" y="112490"/>
                    </a:cubicBezTo>
                    <a:cubicBezTo>
                      <a:pt x="123834" y="111252"/>
                      <a:pt x="130012" y="109633"/>
                      <a:pt x="136949" y="107728"/>
                    </a:cubicBezTo>
                    <a:cubicBezTo>
                      <a:pt x="143450" y="105842"/>
                      <a:pt x="149799" y="10347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9162" y="85001"/>
                      <a:pt x="90410" y="87449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0" y="92745"/>
                      <a:pt x="45818" y="92107"/>
                      <a:pt x="39346" y="90583"/>
                    </a:cubicBezTo>
                    <a:cubicBezTo>
                      <a:pt x="32912" y="89049"/>
                      <a:pt x="26725" y="86573"/>
                      <a:pt x="21003" y="83248"/>
                    </a:cubicBezTo>
                    <a:cubicBezTo>
                      <a:pt x="14740" y="79943"/>
                      <a:pt x="9314" y="75257"/>
                      <a:pt x="5132" y="69532"/>
                    </a:cubicBezTo>
                    <a:cubicBezTo>
                      <a:pt x="2005" y="65275"/>
                      <a:pt x="456" y="60055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71" y="34462"/>
                      <a:pt x="16689" y="29708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17" y="12849"/>
                      <a:pt x="57013" y="8830"/>
                      <a:pt x="68332" y="6001"/>
                    </a:cubicBezTo>
                    <a:cubicBezTo>
                      <a:pt x="79119" y="3267"/>
                      <a:pt x="90067" y="1257"/>
                      <a:pt x="101120" y="0"/>
                    </a:cubicBezTo>
                    <a:close/>
                    <a:moveTo>
                      <a:pt x="46949" y="62294"/>
                    </a:moveTo>
                    <a:cubicBezTo>
                      <a:pt x="51948" y="65189"/>
                      <a:pt x="57735" y="66418"/>
                      <a:pt x="63485" y="65818"/>
                    </a:cubicBezTo>
                    <a:cubicBezTo>
                      <a:pt x="71231" y="64970"/>
                      <a:pt x="78843" y="63246"/>
                      <a:pt x="86199" y="60674"/>
                    </a:cubicBezTo>
                    <a:lnTo>
                      <a:pt x="50465" y="40005"/>
                    </a:lnTo>
                    <a:cubicBezTo>
                      <a:pt x="37350" y="48578"/>
                      <a:pt x="36181" y="56007"/>
                      <a:pt x="46949" y="62294"/>
                    </a:cubicBezTo>
                    <a:close/>
                    <a:moveTo>
                      <a:pt x="172399" y="72771"/>
                    </a:moveTo>
                    <a:cubicBezTo>
                      <a:pt x="166924" y="69752"/>
                      <a:pt x="160614" y="68609"/>
                      <a:pt x="154437" y="69532"/>
                    </a:cubicBezTo>
                    <a:cubicBezTo>
                      <a:pt x="145988" y="70618"/>
                      <a:pt x="137653" y="72466"/>
                      <a:pt x="129537" y="75057"/>
                    </a:cubicBezTo>
                    <a:lnTo>
                      <a:pt x="165081" y="95631"/>
                    </a:lnTo>
                    <a:cubicBezTo>
                      <a:pt x="180667" y="86296"/>
                      <a:pt x="182663" y="78677"/>
                      <a:pt x="17239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" name="Google Shape;4527;p48">
              <a:extLst>
                <a:ext uri="{FF2B5EF4-FFF2-40B4-BE49-F238E27FC236}">
                  <a16:creationId xmlns:a16="http://schemas.microsoft.com/office/drawing/2014/main" id="{46BB7845-A8F9-C475-0E83-1536A36415E7}"/>
                </a:ext>
              </a:extLst>
            </p:cNvPr>
            <p:cNvSpPr/>
            <p:nvPr/>
          </p:nvSpPr>
          <p:spPr>
            <a:xfrm>
              <a:off x="5615017" y="4460119"/>
              <a:ext cx="828920" cy="479679"/>
            </a:xfrm>
            <a:custGeom>
              <a:avLst/>
              <a:gdLst/>
              <a:ahLst/>
              <a:cxnLst/>
              <a:rect l="l" t="t" r="r" b="b"/>
              <a:pathLst>
                <a:path w="828920" h="479679" extrusionOk="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4528;p48">
              <a:extLst>
                <a:ext uri="{FF2B5EF4-FFF2-40B4-BE49-F238E27FC236}">
                  <a16:creationId xmlns:a16="http://schemas.microsoft.com/office/drawing/2014/main" id="{2A127B91-8824-0C39-604E-F3FC61621316}"/>
                </a:ext>
              </a:extLst>
            </p:cNvPr>
            <p:cNvSpPr/>
            <p:nvPr/>
          </p:nvSpPr>
          <p:spPr>
            <a:xfrm>
              <a:off x="5846435" y="2182763"/>
              <a:ext cx="465451" cy="682637"/>
            </a:xfrm>
            <a:custGeom>
              <a:avLst/>
              <a:gdLst/>
              <a:ahLst/>
              <a:cxnLst/>
              <a:rect l="l" t="t" r="r" b="b"/>
              <a:pathLst>
                <a:path w="465451" h="682637" extrusionOk="0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4529;p48">
              <a:extLst>
                <a:ext uri="{FF2B5EF4-FFF2-40B4-BE49-F238E27FC236}">
                  <a16:creationId xmlns:a16="http://schemas.microsoft.com/office/drawing/2014/main" id="{C8E1A303-127E-3AC6-2BF4-98986B0669C0}"/>
                </a:ext>
              </a:extLst>
            </p:cNvPr>
            <p:cNvSpPr/>
            <p:nvPr/>
          </p:nvSpPr>
          <p:spPr>
            <a:xfrm>
              <a:off x="5832052" y="2673876"/>
              <a:ext cx="86758" cy="504907"/>
            </a:xfrm>
            <a:custGeom>
              <a:avLst/>
              <a:gdLst/>
              <a:ahLst/>
              <a:cxnLst/>
              <a:rect l="l" t="t" r="r" b="b"/>
              <a:pathLst>
                <a:path w="86758" h="504907" extrusionOk="0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4530;p48">
              <a:extLst>
                <a:ext uri="{FF2B5EF4-FFF2-40B4-BE49-F238E27FC236}">
                  <a16:creationId xmlns:a16="http://schemas.microsoft.com/office/drawing/2014/main" id="{319B97E2-F61A-E2EE-D961-AAC31F0D9380}"/>
                </a:ext>
              </a:extLst>
            </p:cNvPr>
            <p:cNvSpPr/>
            <p:nvPr/>
          </p:nvSpPr>
          <p:spPr>
            <a:xfrm>
              <a:off x="5882176" y="2176405"/>
              <a:ext cx="221715" cy="275766"/>
            </a:xfrm>
            <a:custGeom>
              <a:avLst/>
              <a:gdLst/>
              <a:ahLst/>
              <a:cxnLst/>
              <a:rect l="l" t="t" r="r" b="b"/>
              <a:pathLst>
                <a:path w="221715" h="275766" extrusionOk="0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4531;p48">
              <a:extLst>
                <a:ext uri="{FF2B5EF4-FFF2-40B4-BE49-F238E27FC236}">
                  <a16:creationId xmlns:a16="http://schemas.microsoft.com/office/drawing/2014/main" id="{499EBB54-0219-AC22-80D4-DFC03721DA0E}"/>
                </a:ext>
              </a:extLst>
            </p:cNvPr>
            <p:cNvSpPr/>
            <p:nvPr/>
          </p:nvSpPr>
          <p:spPr>
            <a:xfrm>
              <a:off x="5925036" y="2475870"/>
              <a:ext cx="274953" cy="308347"/>
            </a:xfrm>
            <a:custGeom>
              <a:avLst/>
              <a:gdLst/>
              <a:ahLst/>
              <a:cxnLst/>
              <a:rect l="l" t="t" r="r" b="b"/>
              <a:pathLst>
                <a:path w="274953" h="308347" extrusionOk="0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4532;p48">
              <a:extLst>
                <a:ext uri="{FF2B5EF4-FFF2-40B4-BE49-F238E27FC236}">
                  <a16:creationId xmlns:a16="http://schemas.microsoft.com/office/drawing/2014/main" id="{EC15972D-8C78-81CE-C36E-473055490564}"/>
                </a:ext>
              </a:extLst>
            </p:cNvPr>
            <p:cNvSpPr/>
            <p:nvPr/>
          </p:nvSpPr>
          <p:spPr>
            <a:xfrm>
              <a:off x="5845497" y="2576533"/>
              <a:ext cx="400459" cy="461811"/>
            </a:xfrm>
            <a:custGeom>
              <a:avLst/>
              <a:gdLst/>
              <a:ahLst/>
              <a:cxnLst/>
              <a:rect l="l" t="t" r="r" b="b"/>
              <a:pathLst>
                <a:path w="400459" h="461811" extrusionOk="0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4533;p48">
              <a:extLst>
                <a:ext uri="{FF2B5EF4-FFF2-40B4-BE49-F238E27FC236}">
                  <a16:creationId xmlns:a16="http://schemas.microsoft.com/office/drawing/2014/main" id="{90B2AD87-2F79-03C5-B10C-0A773D020949}"/>
                </a:ext>
              </a:extLst>
            </p:cNvPr>
            <p:cNvSpPr/>
            <p:nvPr/>
          </p:nvSpPr>
          <p:spPr>
            <a:xfrm>
              <a:off x="5916607" y="2198526"/>
              <a:ext cx="294816" cy="364308"/>
            </a:xfrm>
            <a:custGeom>
              <a:avLst/>
              <a:gdLst/>
              <a:ahLst/>
              <a:cxnLst/>
              <a:rect l="l" t="t" r="r" b="b"/>
              <a:pathLst>
                <a:path w="294816" h="364308" extrusionOk="0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4534;p48">
              <a:extLst>
                <a:ext uri="{FF2B5EF4-FFF2-40B4-BE49-F238E27FC236}">
                  <a16:creationId xmlns:a16="http://schemas.microsoft.com/office/drawing/2014/main" id="{D088D1F6-E41C-0744-6A50-C57A5942419D}"/>
                </a:ext>
              </a:extLst>
            </p:cNvPr>
            <p:cNvSpPr/>
            <p:nvPr/>
          </p:nvSpPr>
          <p:spPr>
            <a:xfrm>
              <a:off x="5928072" y="2197020"/>
              <a:ext cx="296585" cy="278850"/>
            </a:xfrm>
            <a:custGeom>
              <a:avLst/>
              <a:gdLst/>
              <a:ahLst/>
              <a:cxnLst/>
              <a:rect l="l" t="t" r="r" b="b"/>
              <a:pathLst>
                <a:path w="296585" h="278850" extrusionOk="0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4535;p48">
              <a:extLst>
                <a:ext uri="{FF2B5EF4-FFF2-40B4-BE49-F238E27FC236}">
                  <a16:creationId xmlns:a16="http://schemas.microsoft.com/office/drawing/2014/main" id="{C779E5F6-2DED-F383-EC74-A63527BA88F5}"/>
                </a:ext>
              </a:extLst>
            </p:cNvPr>
            <p:cNvSpPr/>
            <p:nvPr/>
          </p:nvSpPr>
          <p:spPr>
            <a:xfrm>
              <a:off x="5977205" y="4610895"/>
              <a:ext cx="232912" cy="178155"/>
            </a:xfrm>
            <a:custGeom>
              <a:avLst/>
              <a:gdLst/>
              <a:ahLst/>
              <a:cxnLst/>
              <a:rect l="l" t="t" r="r" b="b"/>
              <a:pathLst>
                <a:path w="232912" h="178155" extrusionOk="0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4536;p48">
              <a:extLst>
                <a:ext uri="{FF2B5EF4-FFF2-40B4-BE49-F238E27FC236}">
                  <a16:creationId xmlns:a16="http://schemas.microsoft.com/office/drawing/2014/main" id="{DE05069A-759C-8E81-86D4-B65743E88840}"/>
                </a:ext>
              </a:extLst>
            </p:cNvPr>
            <p:cNvSpPr/>
            <p:nvPr/>
          </p:nvSpPr>
          <p:spPr>
            <a:xfrm>
              <a:off x="5978157" y="4667764"/>
              <a:ext cx="231905" cy="121227"/>
            </a:xfrm>
            <a:custGeom>
              <a:avLst/>
              <a:gdLst/>
              <a:ahLst/>
              <a:cxnLst/>
              <a:rect l="l" t="t" r="r" b="b"/>
              <a:pathLst>
                <a:path w="231905" h="121227" extrusionOk="0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4537;p48">
              <a:extLst>
                <a:ext uri="{FF2B5EF4-FFF2-40B4-BE49-F238E27FC236}">
                  <a16:creationId xmlns:a16="http://schemas.microsoft.com/office/drawing/2014/main" id="{16BB039C-451E-85ED-188B-09B4BB32277E}"/>
                </a:ext>
              </a:extLst>
            </p:cNvPr>
            <p:cNvSpPr/>
            <p:nvPr/>
          </p:nvSpPr>
          <p:spPr>
            <a:xfrm>
              <a:off x="5800764" y="4571652"/>
              <a:ext cx="213680" cy="165568"/>
            </a:xfrm>
            <a:custGeom>
              <a:avLst/>
              <a:gdLst/>
              <a:ahLst/>
              <a:cxnLst/>
              <a:rect l="l" t="t" r="r" b="b"/>
              <a:pathLst>
                <a:path w="213680" h="165568" extrusionOk="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4538;p48">
              <a:extLst>
                <a:ext uri="{FF2B5EF4-FFF2-40B4-BE49-F238E27FC236}">
                  <a16:creationId xmlns:a16="http://schemas.microsoft.com/office/drawing/2014/main" id="{3724C87E-7DEE-7AE3-93C8-02EC40C619E8}"/>
                </a:ext>
              </a:extLst>
            </p:cNvPr>
            <p:cNvSpPr/>
            <p:nvPr/>
          </p:nvSpPr>
          <p:spPr>
            <a:xfrm>
              <a:off x="5801482" y="4626139"/>
              <a:ext cx="212755" cy="111143"/>
            </a:xfrm>
            <a:custGeom>
              <a:avLst/>
              <a:gdLst/>
              <a:ahLst/>
              <a:cxnLst/>
              <a:rect l="l" t="t" r="r" b="b"/>
              <a:pathLst>
                <a:path w="212755" h="111143" extrusionOk="0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4539;p48">
              <a:extLst>
                <a:ext uri="{FF2B5EF4-FFF2-40B4-BE49-F238E27FC236}">
                  <a16:creationId xmlns:a16="http://schemas.microsoft.com/office/drawing/2014/main" id="{55905B0B-BD93-1D49-0092-BDC86D437FF4}"/>
                </a:ext>
              </a:extLst>
            </p:cNvPr>
            <p:cNvSpPr/>
            <p:nvPr/>
          </p:nvSpPr>
          <p:spPr>
            <a:xfrm>
              <a:off x="5835285" y="3032607"/>
              <a:ext cx="455829" cy="1595222"/>
            </a:xfrm>
            <a:custGeom>
              <a:avLst/>
              <a:gdLst/>
              <a:ahLst/>
              <a:cxnLst/>
              <a:rect l="l" t="t" r="r" b="b"/>
              <a:pathLst>
                <a:path w="455829" h="1595222" extrusionOk="0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4540;p48">
              <a:extLst>
                <a:ext uri="{FF2B5EF4-FFF2-40B4-BE49-F238E27FC236}">
                  <a16:creationId xmlns:a16="http://schemas.microsoft.com/office/drawing/2014/main" id="{4B948596-B135-29A8-E4E3-22401CB03747}"/>
                </a:ext>
              </a:extLst>
            </p:cNvPr>
            <p:cNvSpPr/>
            <p:nvPr/>
          </p:nvSpPr>
          <p:spPr>
            <a:xfrm>
              <a:off x="5815995" y="3000698"/>
              <a:ext cx="485198" cy="1060979"/>
            </a:xfrm>
            <a:custGeom>
              <a:avLst/>
              <a:gdLst/>
              <a:ahLst/>
              <a:cxnLst/>
              <a:rect l="l" t="t" r="r" b="b"/>
              <a:pathLst>
                <a:path w="485198" h="1060979" extrusionOk="0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4541;p48">
              <a:extLst>
                <a:ext uri="{FF2B5EF4-FFF2-40B4-BE49-F238E27FC236}">
                  <a16:creationId xmlns:a16="http://schemas.microsoft.com/office/drawing/2014/main" id="{B0FB8435-8DCA-BA7D-9722-0D27FAD29310}"/>
                </a:ext>
              </a:extLst>
            </p:cNvPr>
            <p:cNvSpPr/>
            <p:nvPr/>
          </p:nvSpPr>
          <p:spPr>
            <a:xfrm>
              <a:off x="5561118" y="2683306"/>
              <a:ext cx="698939" cy="609714"/>
            </a:xfrm>
            <a:custGeom>
              <a:avLst/>
              <a:gdLst/>
              <a:ahLst/>
              <a:cxnLst/>
              <a:rect l="l" t="t" r="r" b="b"/>
              <a:pathLst>
                <a:path w="698939" h="609714" extrusionOk="0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4542;p48">
              <a:extLst>
                <a:ext uri="{FF2B5EF4-FFF2-40B4-BE49-F238E27FC236}">
                  <a16:creationId xmlns:a16="http://schemas.microsoft.com/office/drawing/2014/main" id="{EC5234EF-E1C6-54B2-EAB3-A863DB4912D3}"/>
                </a:ext>
              </a:extLst>
            </p:cNvPr>
            <p:cNvSpPr/>
            <p:nvPr/>
          </p:nvSpPr>
          <p:spPr>
            <a:xfrm>
              <a:off x="6103702" y="2644294"/>
              <a:ext cx="168312" cy="197615"/>
            </a:xfrm>
            <a:custGeom>
              <a:avLst/>
              <a:gdLst/>
              <a:ahLst/>
              <a:cxnLst/>
              <a:rect l="l" t="t" r="r" b="b"/>
              <a:pathLst>
                <a:path w="168312" h="197615" extrusionOk="0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4543;p48">
              <a:extLst>
                <a:ext uri="{FF2B5EF4-FFF2-40B4-BE49-F238E27FC236}">
                  <a16:creationId xmlns:a16="http://schemas.microsoft.com/office/drawing/2014/main" id="{2697BA2A-B5D0-6786-BDAF-84EE4D3ED367}"/>
                </a:ext>
              </a:extLst>
            </p:cNvPr>
            <p:cNvSpPr/>
            <p:nvPr/>
          </p:nvSpPr>
          <p:spPr>
            <a:xfrm>
              <a:off x="5833319" y="2576558"/>
              <a:ext cx="135999" cy="142961"/>
            </a:xfrm>
            <a:custGeom>
              <a:avLst/>
              <a:gdLst/>
              <a:ahLst/>
              <a:cxnLst/>
              <a:rect l="l" t="t" r="r" b="b"/>
              <a:pathLst>
                <a:path w="135999" h="142961" extrusionOk="0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4544;p48">
              <a:extLst>
                <a:ext uri="{FF2B5EF4-FFF2-40B4-BE49-F238E27FC236}">
                  <a16:creationId xmlns:a16="http://schemas.microsoft.com/office/drawing/2014/main" id="{B3C1E04C-9DB4-300A-C3B9-D9989363943D}"/>
                </a:ext>
              </a:extLst>
            </p:cNvPr>
            <p:cNvSpPr/>
            <p:nvPr/>
          </p:nvSpPr>
          <p:spPr>
            <a:xfrm>
              <a:off x="2925535" y="2722330"/>
              <a:ext cx="1200895" cy="746478"/>
            </a:xfrm>
            <a:custGeom>
              <a:avLst/>
              <a:gdLst/>
              <a:ahLst/>
              <a:cxnLst/>
              <a:rect l="l" t="t" r="r" b="b"/>
              <a:pathLst>
                <a:path w="1200895" h="746478" extrusionOk="0">
                  <a:moveTo>
                    <a:pt x="1109954" y="738045"/>
                  </a:moveTo>
                  <a:lnTo>
                    <a:pt x="30323" y="113395"/>
                  </a:lnTo>
                  <a:cubicBezTo>
                    <a:pt x="1323" y="96612"/>
                    <a:pt x="-8610" y="59446"/>
                    <a:pt x="8136" y="30385"/>
                  </a:cubicBezTo>
                  <a:cubicBezTo>
                    <a:pt x="13457" y="21145"/>
                    <a:pt x="21109" y="13478"/>
                    <a:pt x="30323" y="8144"/>
                  </a:cubicBezTo>
                  <a:lnTo>
                    <a:pt x="30323" y="8144"/>
                  </a:lnTo>
                  <a:cubicBezTo>
                    <a:pt x="49084" y="-2715"/>
                    <a:pt x="72197" y="-2715"/>
                    <a:pt x="90957" y="8144"/>
                  </a:cubicBezTo>
                  <a:lnTo>
                    <a:pt x="1170588" y="633270"/>
                  </a:lnTo>
                  <a:cubicBezTo>
                    <a:pt x="1199584" y="650062"/>
                    <a:pt x="1209506" y="687229"/>
                    <a:pt x="1192750" y="716290"/>
                  </a:cubicBezTo>
                  <a:cubicBezTo>
                    <a:pt x="1186117" y="727805"/>
                    <a:pt x="1175891" y="736816"/>
                    <a:pt x="1163650" y="741950"/>
                  </a:cubicBezTo>
                  <a:lnTo>
                    <a:pt x="1163650" y="741950"/>
                  </a:lnTo>
                  <a:cubicBezTo>
                    <a:pt x="1146125" y="749151"/>
                    <a:pt x="1126253" y="747703"/>
                    <a:pt x="1109954" y="7380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4545;p48">
              <a:extLst>
                <a:ext uri="{FF2B5EF4-FFF2-40B4-BE49-F238E27FC236}">
                  <a16:creationId xmlns:a16="http://schemas.microsoft.com/office/drawing/2014/main" id="{636E0004-2B60-0022-5B5E-C5356250F473}"/>
                </a:ext>
              </a:extLst>
            </p:cNvPr>
            <p:cNvSpPr/>
            <p:nvPr/>
          </p:nvSpPr>
          <p:spPr>
            <a:xfrm>
              <a:off x="2868613" y="1365288"/>
              <a:ext cx="1401428" cy="1812876"/>
            </a:xfrm>
            <a:custGeom>
              <a:avLst/>
              <a:gdLst/>
              <a:ahLst/>
              <a:cxnLst/>
              <a:rect l="l" t="t" r="r" b="b"/>
              <a:pathLst>
                <a:path w="1401428" h="1812876" extrusionOk="0">
                  <a:moveTo>
                    <a:pt x="700714" y="1717230"/>
                  </a:moveTo>
                  <a:cubicBezTo>
                    <a:pt x="314290" y="1493678"/>
                    <a:pt x="0" y="947991"/>
                    <a:pt x="0" y="500888"/>
                  </a:cubicBezTo>
                  <a:cubicBezTo>
                    <a:pt x="0" y="53784"/>
                    <a:pt x="314290" y="-127762"/>
                    <a:pt x="700714" y="95504"/>
                  </a:cubicBezTo>
                  <a:cubicBezTo>
                    <a:pt x="1087138" y="318770"/>
                    <a:pt x="1401428" y="864647"/>
                    <a:pt x="1401428" y="1311846"/>
                  </a:cubicBezTo>
                  <a:cubicBezTo>
                    <a:pt x="1401428" y="1759045"/>
                    <a:pt x="1087043" y="1940782"/>
                    <a:pt x="700714" y="1717230"/>
                  </a:cubicBezTo>
                  <a:close/>
                  <a:moveTo>
                    <a:pt x="700714" y="240855"/>
                  </a:moveTo>
                  <a:cubicBezTo>
                    <a:pt x="383478" y="57308"/>
                    <a:pt x="125355" y="206660"/>
                    <a:pt x="125355" y="573754"/>
                  </a:cubicBezTo>
                  <a:cubicBezTo>
                    <a:pt x="125355" y="940847"/>
                    <a:pt x="383478" y="1388808"/>
                    <a:pt x="700714" y="1572355"/>
                  </a:cubicBezTo>
                  <a:cubicBezTo>
                    <a:pt x="1017951" y="1755902"/>
                    <a:pt x="1275978" y="1606645"/>
                    <a:pt x="1275978" y="1239551"/>
                  </a:cubicBezTo>
                  <a:cubicBezTo>
                    <a:pt x="1275978" y="872458"/>
                    <a:pt x="1017951" y="424116"/>
                    <a:pt x="700714" y="2405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4546;p48">
              <a:extLst>
                <a:ext uri="{FF2B5EF4-FFF2-40B4-BE49-F238E27FC236}">
                  <a16:creationId xmlns:a16="http://schemas.microsoft.com/office/drawing/2014/main" id="{FC881DA5-3BAE-9198-0D74-DC28E901C80F}"/>
                </a:ext>
              </a:extLst>
            </p:cNvPr>
            <p:cNvSpPr/>
            <p:nvPr/>
          </p:nvSpPr>
          <p:spPr>
            <a:xfrm>
              <a:off x="2977907" y="1395545"/>
              <a:ext cx="128396" cy="88201"/>
            </a:xfrm>
            <a:custGeom>
              <a:avLst/>
              <a:gdLst/>
              <a:ahLst/>
              <a:cxnLst/>
              <a:rect l="l" t="t" r="r" b="b"/>
              <a:pathLst>
                <a:path w="128396" h="88201" extrusionOk="0">
                  <a:moveTo>
                    <a:pt x="0" y="70295"/>
                  </a:moveTo>
                  <a:lnTo>
                    <a:pt x="128396" y="0"/>
                  </a:lnTo>
                  <a:lnTo>
                    <a:pt x="109198" y="88201"/>
                  </a:lnTo>
                  <a:lnTo>
                    <a:pt x="0" y="70295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4547;p48">
              <a:extLst>
                <a:ext uri="{FF2B5EF4-FFF2-40B4-BE49-F238E27FC236}">
                  <a16:creationId xmlns:a16="http://schemas.microsoft.com/office/drawing/2014/main" id="{4F1B240E-4774-0EC6-2355-87F444D997AE}"/>
                </a:ext>
              </a:extLst>
            </p:cNvPr>
            <p:cNvSpPr/>
            <p:nvPr/>
          </p:nvSpPr>
          <p:spPr>
            <a:xfrm>
              <a:off x="3945392" y="3100901"/>
              <a:ext cx="140370" cy="95440"/>
            </a:xfrm>
            <a:custGeom>
              <a:avLst/>
              <a:gdLst/>
              <a:ahLst/>
              <a:cxnLst/>
              <a:rect l="l" t="t" r="r" b="b"/>
              <a:pathLst>
                <a:path w="140370" h="95440" extrusionOk="0">
                  <a:moveTo>
                    <a:pt x="0" y="95440"/>
                  </a:moveTo>
                  <a:cubicBezTo>
                    <a:pt x="3136" y="94012"/>
                    <a:pt x="140371" y="17050"/>
                    <a:pt x="140371" y="17050"/>
                  </a:cubicBezTo>
                  <a:lnTo>
                    <a:pt x="34309" y="0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4548;p48">
              <a:extLst>
                <a:ext uri="{FF2B5EF4-FFF2-40B4-BE49-F238E27FC236}">
                  <a16:creationId xmlns:a16="http://schemas.microsoft.com/office/drawing/2014/main" id="{CFB638EB-3D2D-47DF-69C2-292B828A23A1}"/>
                </a:ext>
              </a:extLst>
            </p:cNvPr>
            <p:cNvSpPr/>
            <p:nvPr/>
          </p:nvSpPr>
          <p:spPr>
            <a:xfrm rot="-1801764">
              <a:off x="2958862" y="1416978"/>
              <a:ext cx="1040879" cy="1807000"/>
            </a:xfrm>
            <a:custGeom>
              <a:avLst/>
              <a:gdLst/>
              <a:ahLst/>
              <a:cxnLst/>
              <a:rect l="l" t="t" r="r" b="b"/>
              <a:pathLst>
                <a:path w="1041804" h="1808606" extrusionOk="0">
                  <a:moveTo>
                    <a:pt x="1041805" y="904303"/>
                  </a:moveTo>
                  <a:cubicBezTo>
                    <a:pt x="1041805" y="1403736"/>
                    <a:pt x="808589" y="1808606"/>
                    <a:pt x="520902" y="1808606"/>
                  </a:cubicBezTo>
                  <a:cubicBezTo>
                    <a:pt x="233216" y="1808606"/>
                    <a:pt x="0" y="1403736"/>
                    <a:pt x="0" y="904303"/>
                  </a:cubicBezTo>
                  <a:cubicBezTo>
                    <a:pt x="0" y="404870"/>
                    <a:pt x="233216" y="0"/>
                    <a:pt x="520902" y="0"/>
                  </a:cubicBezTo>
                  <a:cubicBezTo>
                    <a:pt x="808589" y="0"/>
                    <a:pt x="1041805" y="404870"/>
                    <a:pt x="1041805" y="90430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4549;p48">
              <a:extLst>
                <a:ext uri="{FF2B5EF4-FFF2-40B4-BE49-F238E27FC236}">
                  <a16:creationId xmlns:a16="http://schemas.microsoft.com/office/drawing/2014/main" id="{405D8B08-7B46-8857-9995-71D15BD063ED}"/>
                </a:ext>
              </a:extLst>
            </p:cNvPr>
            <p:cNvSpPr/>
            <p:nvPr/>
          </p:nvSpPr>
          <p:spPr>
            <a:xfrm>
              <a:off x="2779183" y="1414991"/>
              <a:ext cx="1401428" cy="1812826"/>
            </a:xfrm>
            <a:custGeom>
              <a:avLst/>
              <a:gdLst/>
              <a:ahLst/>
              <a:cxnLst/>
              <a:rect l="l" t="t" r="r" b="b"/>
              <a:pathLst>
                <a:path w="1401428" h="1812826" extrusionOk="0">
                  <a:moveTo>
                    <a:pt x="700714" y="1717343"/>
                  </a:moveTo>
                  <a:cubicBezTo>
                    <a:pt x="314480" y="1493695"/>
                    <a:pt x="0" y="948104"/>
                    <a:pt x="0" y="500905"/>
                  </a:cubicBezTo>
                  <a:cubicBezTo>
                    <a:pt x="0" y="53706"/>
                    <a:pt x="314385" y="-127745"/>
                    <a:pt x="700714" y="95521"/>
                  </a:cubicBezTo>
                  <a:cubicBezTo>
                    <a:pt x="1087043" y="318787"/>
                    <a:pt x="1401428" y="864760"/>
                    <a:pt x="1401428" y="1311863"/>
                  </a:cubicBezTo>
                  <a:cubicBezTo>
                    <a:pt x="1401428" y="1758967"/>
                    <a:pt x="1087138" y="1940609"/>
                    <a:pt x="700714" y="1717343"/>
                  </a:cubicBezTo>
                  <a:close/>
                  <a:moveTo>
                    <a:pt x="700714" y="240967"/>
                  </a:moveTo>
                  <a:cubicBezTo>
                    <a:pt x="383573" y="57421"/>
                    <a:pt x="125450" y="206678"/>
                    <a:pt x="125450" y="573771"/>
                  </a:cubicBezTo>
                  <a:cubicBezTo>
                    <a:pt x="125450" y="940864"/>
                    <a:pt x="383573" y="1388920"/>
                    <a:pt x="700714" y="1572467"/>
                  </a:cubicBezTo>
                  <a:cubicBezTo>
                    <a:pt x="1017855" y="1756014"/>
                    <a:pt x="1276073" y="1606662"/>
                    <a:pt x="1276073" y="1239568"/>
                  </a:cubicBezTo>
                  <a:cubicBezTo>
                    <a:pt x="1276073" y="872475"/>
                    <a:pt x="1017760" y="424229"/>
                    <a:pt x="700714" y="2406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4550;p48">
              <a:extLst>
                <a:ext uri="{FF2B5EF4-FFF2-40B4-BE49-F238E27FC236}">
                  <a16:creationId xmlns:a16="http://schemas.microsoft.com/office/drawing/2014/main" id="{D0BE3962-71C5-25F5-90B5-36FE72F114A7}"/>
                </a:ext>
              </a:extLst>
            </p:cNvPr>
            <p:cNvSpPr/>
            <p:nvPr/>
          </p:nvSpPr>
          <p:spPr>
            <a:xfrm>
              <a:off x="3046144" y="1759790"/>
              <a:ext cx="868170" cy="1123263"/>
            </a:xfrm>
            <a:custGeom>
              <a:avLst/>
              <a:gdLst/>
              <a:ahLst/>
              <a:cxnLst/>
              <a:rect l="l" t="t" r="r" b="b"/>
              <a:pathLst>
                <a:path w="868170" h="1123263" extrusionOk="0">
                  <a:moveTo>
                    <a:pt x="433753" y="1063934"/>
                  </a:moveTo>
                  <a:cubicBezTo>
                    <a:pt x="194447" y="925440"/>
                    <a:pt x="0" y="587398"/>
                    <a:pt x="0" y="310411"/>
                  </a:cubicBezTo>
                  <a:cubicBezTo>
                    <a:pt x="0" y="33424"/>
                    <a:pt x="194733" y="-79257"/>
                    <a:pt x="434038" y="59237"/>
                  </a:cubicBezTo>
                  <a:cubicBezTo>
                    <a:pt x="673343" y="197730"/>
                    <a:pt x="868171" y="535487"/>
                    <a:pt x="868171" y="812759"/>
                  </a:cubicBezTo>
                  <a:cubicBezTo>
                    <a:pt x="868171" y="1090032"/>
                    <a:pt x="673153" y="1202523"/>
                    <a:pt x="433753" y="1063934"/>
                  </a:cubicBezTo>
                  <a:close/>
                  <a:moveTo>
                    <a:pt x="433753" y="204398"/>
                  </a:moveTo>
                  <a:cubicBezTo>
                    <a:pt x="263540" y="105909"/>
                    <a:pt x="125070" y="186015"/>
                    <a:pt x="125070" y="382992"/>
                  </a:cubicBezTo>
                  <a:cubicBezTo>
                    <a:pt x="125070" y="579969"/>
                    <a:pt x="263540" y="820380"/>
                    <a:pt x="433753" y="918868"/>
                  </a:cubicBezTo>
                  <a:cubicBezTo>
                    <a:pt x="603966" y="1017356"/>
                    <a:pt x="742436" y="937156"/>
                    <a:pt x="742436" y="740179"/>
                  </a:cubicBezTo>
                  <a:cubicBezTo>
                    <a:pt x="742436" y="543202"/>
                    <a:pt x="603966" y="302886"/>
                    <a:pt x="433753" y="2043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4551;p48">
              <a:extLst>
                <a:ext uri="{FF2B5EF4-FFF2-40B4-BE49-F238E27FC236}">
                  <a16:creationId xmlns:a16="http://schemas.microsoft.com/office/drawing/2014/main" id="{B1F7F821-D9CE-FC3A-9B08-6B3D73602E99}"/>
                </a:ext>
              </a:extLst>
            </p:cNvPr>
            <p:cNvSpPr/>
            <p:nvPr/>
          </p:nvSpPr>
          <p:spPr>
            <a:xfrm>
              <a:off x="3308258" y="2099261"/>
              <a:ext cx="343371" cy="444102"/>
            </a:xfrm>
            <a:custGeom>
              <a:avLst/>
              <a:gdLst/>
              <a:ahLst/>
              <a:cxnLst/>
              <a:rect l="l" t="t" r="r" b="b"/>
              <a:pathLst>
                <a:path w="343371" h="444102" extrusionOk="0">
                  <a:moveTo>
                    <a:pt x="171638" y="420806"/>
                  </a:moveTo>
                  <a:cubicBezTo>
                    <a:pt x="76600" y="366037"/>
                    <a:pt x="0" y="232306"/>
                    <a:pt x="0" y="122768"/>
                  </a:cubicBezTo>
                  <a:cubicBezTo>
                    <a:pt x="0" y="13231"/>
                    <a:pt x="76981" y="-31346"/>
                    <a:pt x="171638" y="23423"/>
                  </a:cubicBezTo>
                  <a:cubicBezTo>
                    <a:pt x="266296" y="78191"/>
                    <a:pt x="343372" y="211922"/>
                    <a:pt x="343372" y="321460"/>
                  </a:cubicBezTo>
                  <a:cubicBezTo>
                    <a:pt x="343372" y="430997"/>
                    <a:pt x="266391" y="475289"/>
                    <a:pt x="171638" y="420806"/>
                  </a:cubicBezTo>
                  <a:close/>
                  <a:moveTo>
                    <a:pt x="171638" y="168584"/>
                  </a:moveTo>
                  <a:cubicBezTo>
                    <a:pt x="146168" y="153820"/>
                    <a:pt x="125355" y="165821"/>
                    <a:pt x="125355" y="195349"/>
                  </a:cubicBezTo>
                  <a:cubicBezTo>
                    <a:pt x="127170" y="227962"/>
                    <a:pt x="144353" y="257776"/>
                    <a:pt x="171638" y="275644"/>
                  </a:cubicBezTo>
                  <a:cubicBezTo>
                    <a:pt x="197204" y="290408"/>
                    <a:pt x="217922" y="278407"/>
                    <a:pt x="217922" y="248879"/>
                  </a:cubicBezTo>
                  <a:cubicBezTo>
                    <a:pt x="216145" y="216247"/>
                    <a:pt x="198952" y="186424"/>
                    <a:pt x="171638" y="1685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4552;p48">
              <a:extLst>
                <a:ext uri="{FF2B5EF4-FFF2-40B4-BE49-F238E27FC236}">
                  <a16:creationId xmlns:a16="http://schemas.microsoft.com/office/drawing/2014/main" id="{217CDE44-0AA8-F121-C3FF-A479DF18E29C}"/>
                </a:ext>
              </a:extLst>
            </p:cNvPr>
            <p:cNvSpPr/>
            <p:nvPr/>
          </p:nvSpPr>
          <p:spPr>
            <a:xfrm>
              <a:off x="2221786" y="2914306"/>
              <a:ext cx="208703" cy="88772"/>
            </a:xfrm>
            <a:custGeom>
              <a:avLst/>
              <a:gdLst/>
              <a:ahLst/>
              <a:cxnLst/>
              <a:rect l="l" t="t" r="r" b="b"/>
              <a:pathLst>
                <a:path w="208703" h="88772" extrusionOk="0">
                  <a:moveTo>
                    <a:pt x="64246" y="87916"/>
                  </a:moveTo>
                  <a:lnTo>
                    <a:pt x="0" y="88773"/>
                  </a:lnTo>
                  <a:lnTo>
                    <a:pt x="208703" y="0"/>
                  </a:lnTo>
                  <a:lnTo>
                    <a:pt x="87720" y="75342"/>
                  </a:lnTo>
                  <a:lnTo>
                    <a:pt x="64246" y="87916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4553;p48">
              <a:extLst>
                <a:ext uri="{FF2B5EF4-FFF2-40B4-BE49-F238E27FC236}">
                  <a16:creationId xmlns:a16="http://schemas.microsoft.com/office/drawing/2014/main" id="{5B0A2D11-4E69-04E2-9F1A-CA309FDB6C41}"/>
                </a:ext>
              </a:extLst>
            </p:cNvPr>
            <p:cNvSpPr/>
            <p:nvPr/>
          </p:nvSpPr>
          <p:spPr>
            <a:xfrm rot="-1801764">
              <a:off x="2288993" y="2988576"/>
              <a:ext cx="26776" cy="46440"/>
            </a:xfrm>
            <a:custGeom>
              <a:avLst/>
              <a:gdLst/>
              <a:ahLst/>
              <a:cxnLst/>
              <a:rect l="l" t="t" r="r" b="b"/>
              <a:pathLst>
                <a:path w="26800" h="46481" extrusionOk="0">
                  <a:moveTo>
                    <a:pt x="26801" y="23241"/>
                  </a:moveTo>
                  <a:cubicBezTo>
                    <a:pt x="26801" y="36076"/>
                    <a:pt x="20801" y="46482"/>
                    <a:pt x="13400" y="46482"/>
                  </a:cubicBezTo>
                  <a:cubicBezTo>
                    <a:pt x="6000" y="46482"/>
                    <a:pt x="0" y="36076"/>
                    <a:pt x="0" y="23241"/>
                  </a:cubicBezTo>
                  <a:cubicBezTo>
                    <a:pt x="0" y="10405"/>
                    <a:pt x="6000" y="0"/>
                    <a:pt x="13400" y="0"/>
                  </a:cubicBezTo>
                  <a:cubicBezTo>
                    <a:pt x="20801" y="0"/>
                    <a:pt x="26801" y="10405"/>
                    <a:pt x="26801" y="23241"/>
                  </a:cubicBez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4554;p48">
              <a:extLst>
                <a:ext uri="{FF2B5EF4-FFF2-40B4-BE49-F238E27FC236}">
                  <a16:creationId xmlns:a16="http://schemas.microsoft.com/office/drawing/2014/main" id="{35BC7A8C-8A76-FDA6-D71A-3A99E8427FED}"/>
                </a:ext>
              </a:extLst>
            </p:cNvPr>
            <p:cNvSpPr/>
            <p:nvPr/>
          </p:nvSpPr>
          <p:spPr>
            <a:xfrm rot="-1801764">
              <a:off x="3469496" y="2304051"/>
              <a:ext cx="26776" cy="46440"/>
            </a:xfrm>
            <a:custGeom>
              <a:avLst/>
              <a:gdLst/>
              <a:ahLst/>
              <a:cxnLst/>
              <a:rect l="l" t="t" r="r" b="b"/>
              <a:pathLst>
                <a:path w="26800" h="46481" extrusionOk="0">
                  <a:moveTo>
                    <a:pt x="26801" y="23241"/>
                  </a:moveTo>
                  <a:cubicBezTo>
                    <a:pt x="26801" y="36077"/>
                    <a:pt x="20801" y="46482"/>
                    <a:pt x="13400" y="46482"/>
                  </a:cubicBezTo>
                  <a:cubicBezTo>
                    <a:pt x="5999" y="46482"/>
                    <a:pt x="0" y="36077"/>
                    <a:pt x="0" y="23241"/>
                  </a:cubicBezTo>
                  <a:cubicBezTo>
                    <a:pt x="0" y="10405"/>
                    <a:pt x="5999" y="0"/>
                    <a:pt x="13400" y="0"/>
                  </a:cubicBezTo>
                  <a:cubicBezTo>
                    <a:pt x="20801" y="0"/>
                    <a:pt x="26801" y="10405"/>
                    <a:pt x="26801" y="23241"/>
                  </a:cubicBez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4555;p48">
              <a:extLst>
                <a:ext uri="{FF2B5EF4-FFF2-40B4-BE49-F238E27FC236}">
                  <a16:creationId xmlns:a16="http://schemas.microsoft.com/office/drawing/2014/main" id="{045FE10E-8AB2-9AF6-9F52-92ADA93D2C06}"/>
                </a:ext>
              </a:extLst>
            </p:cNvPr>
            <p:cNvSpPr/>
            <p:nvPr/>
          </p:nvSpPr>
          <p:spPr>
            <a:xfrm>
              <a:off x="2314638" y="2924117"/>
              <a:ext cx="167836" cy="171354"/>
            </a:xfrm>
            <a:custGeom>
              <a:avLst/>
              <a:gdLst/>
              <a:ahLst/>
              <a:cxnLst/>
              <a:rect l="l" t="t" r="r" b="b"/>
              <a:pathLst>
                <a:path w="167836" h="171354" extrusionOk="0">
                  <a:moveTo>
                    <a:pt x="15301" y="171355"/>
                  </a:moveTo>
                  <a:lnTo>
                    <a:pt x="0" y="107251"/>
                  </a:lnTo>
                  <a:lnTo>
                    <a:pt x="167837" y="0"/>
                  </a:lnTo>
                  <a:lnTo>
                    <a:pt x="160519" y="15145"/>
                  </a:lnTo>
                  <a:lnTo>
                    <a:pt x="15301" y="171355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4556;p48">
              <a:extLst>
                <a:ext uri="{FF2B5EF4-FFF2-40B4-BE49-F238E27FC236}">
                  <a16:creationId xmlns:a16="http://schemas.microsoft.com/office/drawing/2014/main" id="{EE54AF33-98BE-5C8C-B89B-61E57C536AEB}"/>
                </a:ext>
              </a:extLst>
            </p:cNvPr>
            <p:cNvSpPr/>
            <p:nvPr/>
          </p:nvSpPr>
          <p:spPr>
            <a:xfrm>
              <a:off x="2290498" y="2306802"/>
              <a:ext cx="1203749" cy="724947"/>
            </a:xfrm>
            <a:custGeom>
              <a:avLst/>
              <a:gdLst/>
              <a:ahLst/>
              <a:cxnLst/>
              <a:rect l="l" t="t" r="r" b="b"/>
              <a:pathLst>
                <a:path w="1203749" h="724947" extrusionOk="0">
                  <a:moveTo>
                    <a:pt x="23855" y="724948"/>
                  </a:moveTo>
                  <a:cubicBezTo>
                    <a:pt x="25280" y="723709"/>
                    <a:pt x="1203750" y="40958"/>
                    <a:pt x="1203750" y="40958"/>
                  </a:cubicBezTo>
                  <a:lnTo>
                    <a:pt x="1182081" y="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3389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8C6996-BA34-48BA-574D-F18F27B0B31D}"/>
              </a:ext>
            </a:extLst>
          </p:cNvPr>
          <p:cNvSpPr txBox="1"/>
          <p:nvPr/>
        </p:nvSpPr>
        <p:spPr>
          <a:xfrm>
            <a:off x="533399" y="246923"/>
            <a:ext cx="2035630" cy="31393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Sales data from IRI, Nielsen, IMRB etc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In-house sales data (Primary or Secondary)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Promo calendars </a:t>
            </a:r>
          </a:p>
          <a:p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EEF147-0890-5805-584B-D80E0C6E69EB}"/>
              </a:ext>
            </a:extLst>
          </p:cNvPr>
          <p:cNvSpPr txBox="1"/>
          <p:nvPr/>
        </p:nvSpPr>
        <p:spPr>
          <a:xfrm>
            <a:off x="3548753" y="269225"/>
            <a:ext cx="2035630" cy="31393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Data 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Identify the scope of project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Prepare modelling ready data (predefined structure)</a:t>
            </a:r>
          </a:p>
          <a:p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B9A2C2-F272-1346-B550-EEB47979F8ED}"/>
              </a:ext>
            </a:extLst>
          </p:cNvPr>
          <p:cNvSpPr txBox="1"/>
          <p:nvPr/>
        </p:nvSpPr>
        <p:spPr>
          <a:xfrm>
            <a:off x="6487888" y="291527"/>
            <a:ext cx="2035630" cy="31393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EDA and Data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EDA dashboard ( Power-BI or Webapp)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Validate the data with Client</a:t>
            </a:r>
          </a:p>
          <a:p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27488-EF56-1212-0F54-082C7405C2B0}"/>
              </a:ext>
            </a:extLst>
          </p:cNvPr>
          <p:cNvSpPr txBox="1"/>
          <p:nvPr/>
        </p:nvSpPr>
        <p:spPr>
          <a:xfrm>
            <a:off x="9372601" y="291527"/>
            <a:ext cx="2035630" cy="480131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Modelling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Feature 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Build multiple combinations using the created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Build models using various statistical and machine-learning methods for each combination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5698F-E353-DCE7-9719-6671852D7843}"/>
              </a:ext>
            </a:extLst>
          </p:cNvPr>
          <p:cNvSpPr txBox="1"/>
          <p:nvPr/>
        </p:nvSpPr>
        <p:spPr>
          <a:xfrm>
            <a:off x="6498775" y="3636450"/>
            <a:ext cx="2035631" cy="31393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Model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Filter models using statistical benchmarks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Select final model based on business context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849C0C-80C3-D955-8456-5B68F9DC3958}"/>
              </a:ext>
            </a:extLst>
          </p:cNvPr>
          <p:cNvSpPr txBox="1"/>
          <p:nvPr/>
        </p:nvSpPr>
        <p:spPr>
          <a:xfrm>
            <a:off x="3559641" y="3603792"/>
            <a:ext cx="2035629" cy="31393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Model Results and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Compute MCV, CSF and MSPs at scope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Calculate RPI curves, Inflection point and recommended price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E09A6-E7B6-5868-7C64-1E8176EFAFBC}"/>
              </a:ext>
            </a:extLst>
          </p:cNvPr>
          <p:cNvSpPr txBox="1"/>
          <p:nvPr/>
        </p:nvSpPr>
        <p:spPr>
          <a:xfrm>
            <a:off x="533400" y="3603792"/>
            <a:ext cx="2035630" cy="313932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PowerPoint presentation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Scenario planner ( Excel based 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Webapp (in-future)</a:t>
            </a:r>
          </a:p>
          <a:p>
            <a:endParaRPr lang="en-IN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D3F5446-B213-4812-8EB6-B4DA8434E673}"/>
              </a:ext>
            </a:extLst>
          </p:cNvPr>
          <p:cNvSpPr/>
          <p:nvPr/>
        </p:nvSpPr>
        <p:spPr>
          <a:xfrm>
            <a:off x="5791211" y="1540018"/>
            <a:ext cx="544282" cy="566057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A00BD0D-9781-74EE-B13E-0CDF5B3E22D1}"/>
              </a:ext>
            </a:extLst>
          </p:cNvPr>
          <p:cNvSpPr/>
          <p:nvPr/>
        </p:nvSpPr>
        <p:spPr>
          <a:xfrm>
            <a:off x="2803079" y="1540018"/>
            <a:ext cx="538845" cy="566057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5250003-3319-1AC2-AC16-1AC9B110E6F2}"/>
              </a:ext>
            </a:extLst>
          </p:cNvPr>
          <p:cNvSpPr/>
          <p:nvPr/>
        </p:nvSpPr>
        <p:spPr>
          <a:xfrm>
            <a:off x="8763001" y="1540017"/>
            <a:ext cx="544281" cy="566057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45FB059-0C2A-C330-6233-24472969F923}"/>
              </a:ext>
            </a:extLst>
          </p:cNvPr>
          <p:cNvSpPr/>
          <p:nvPr/>
        </p:nvSpPr>
        <p:spPr>
          <a:xfrm rot="10800000">
            <a:off x="8665040" y="4076387"/>
            <a:ext cx="544280" cy="566057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B6B9DFE-3EE7-11C1-A8AE-4E74DD4F4029}"/>
              </a:ext>
            </a:extLst>
          </p:cNvPr>
          <p:cNvSpPr/>
          <p:nvPr/>
        </p:nvSpPr>
        <p:spPr>
          <a:xfrm rot="10800000">
            <a:off x="5758551" y="4055237"/>
            <a:ext cx="544280" cy="566057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36744CA-FA79-FFFD-9677-6B8D1124E24C}"/>
              </a:ext>
            </a:extLst>
          </p:cNvPr>
          <p:cNvSpPr/>
          <p:nvPr/>
        </p:nvSpPr>
        <p:spPr>
          <a:xfrm rot="10800000">
            <a:off x="2792195" y="4033465"/>
            <a:ext cx="544280" cy="566057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187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3AEA2-E026-F73B-64EB-4A2DF2C47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C91E26-6BB4-A4F0-3987-040D9D89DF87}"/>
              </a:ext>
            </a:extLst>
          </p:cNvPr>
          <p:cNvSpPr txBox="1"/>
          <p:nvPr/>
        </p:nvSpPr>
        <p:spPr>
          <a:xfrm>
            <a:off x="508027" y="233366"/>
            <a:ext cx="10413625" cy="6556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l">
              <a:lnSpc>
                <a:spcPct val="80000"/>
              </a:lnSpc>
              <a:defRPr sz="1800" b="1" spc="-64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lnSpc>
                <a:spcPct val="80000"/>
              </a:lnSpc>
              <a:defRPr sz="3188" b="1" spc="-64">
                <a:solidFill>
                  <a:srgbClr val="000000"/>
                </a:solidFill>
              </a:defRPr>
            </a:lvl2pPr>
            <a:lvl3pPr algn="l">
              <a:lnSpc>
                <a:spcPct val="80000"/>
              </a:lnSpc>
              <a:defRPr sz="3188" b="1" spc="-64">
                <a:solidFill>
                  <a:srgbClr val="000000"/>
                </a:solidFill>
              </a:defRPr>
            </a:lvl3pPr>
            <a:lvl4pPr algn="l">
              <a:lnSpc>
                <a:spcPct val="80000"/>
              </a:lnSpc>
              <a:defRPr sz="3188" b="1" spc="-64">
                <a:solidFill>
                  <a:srgbClr val="000000"/>
                </a:solidFill>
              </a:defRPr>
            </a:lvl4pPr>
            <a:lvl5pPr algn="l">
              <a:lnSpc>
                <a:spcPct val="80000"/>
              </a:lnSpc>
              <a:defRPr sz="3188" b="1" spc="-64">
                <a:solidFill>
                  <a:srgbClr val="000000"/>
                </a:solidFill>
              </a:defRPr>
            </a:lvl5pPr>
            <a:lvl6pPr algn="l">
              <a:lnSpc>
                <a:spcPct val="80000"/>
              </a:lnSpc>
              <a:defRPr sz="3188" b="1" spc="-64">
                <a:solidFill>
                  <a:srgbClr val="000000"/>
                </a:solidFill>
              </a:defRPr>
            </a:lvl6pPr>
            <a:lvl7pPr algn="l">
              <a:lnSpc>
                <a:spcPct val="80000"/>
              </a:lnSpc>
              <a:defRPr sz="3188" b="1" spc="-64">
                <a:solidFill>
                  <a:srgbClr val="000000"/>
                </a:solidFill>
              </a:defRPr>
            </a:lvl7pPr>
            <a:lvl8pPr algn="l">
              <a:lnSpc>
                <a:spcPct val="80000"/>
              </a:lnSpc>
              <a:defRPr sz="3188" b="1" spc="-64">
                <a:solidFill>
                  <a:srgbClr val="000000"/>
                </a:solidFill>
              </a:defRPr>
            </a:lvl8pPr>
            <a:lvl9pPr algn="l">
              <a:lnSpc>
                <a:spcPct val="80000"/>
              </a:lnSpc>
              <a:defRPr sz="3188" b="1" spc="-64">
                <a:solidFill>
                  <a:srgbClr val="000000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-64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Rockwell"/>
                <a:ea typeface="+mn-ea"/>
                <a:cs typeface="Arial" panose="020B0604020202020204" pitchFamily="34" charset="0"/>
              </a:rPr>
              <a:t>Setting a Strategic Price Index using CSF outputs</a:t>
            </a:r>
            <a:endParaRPr kumimoji="0" lang="en-US" sz="2400" b="1" i="0" u="none" strike="noStrike" kern="1200" cap="none" spc="-64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Rockwell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941EFC-B4C6-C7AA-92CC-1CA72998FB59}"/>
              </a:ext>
            </a:extLst>
          </p:cNvPr>
          <p:cNvSpPr txBox="1"/>
          <p:nvPr/>
        </p:nvSpPr>
        <p:spPr>
          <a:xfrm>
            <a:off x="508027" y="879141"/>
            <a:ext cx="108804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Rockwell" panose="02060603020205020403" pitchFamily="18" charset="0"/>
              </a:rPr>
              <a:t>Optimal strategic price is the outcome of a scenario planner than enables us trade off between:</a:t>
            </a:r>
          </a:p>
          <a:p>
            <a:pPr marL="342900" indent="-342900">
              <a:buAutoNum type="arabicPeriod"/>
            </a:pPr>
            <a:r>
              <a:rPr lang="en-US">
                <a:latin typeface="Rockwell" panose="02060603020205020403" pitchFamily="18" charset="0"/>
              </a:rPr>
              <a:t>Market Share Ambition</a:t>
            </a:r>
          </a:p>
          <a:p>
            <a:pPr marL="342900" indent="-342900">
              <a:buAutoNum type="arabicPeriod"/>
            </a:pPr>
            <a:r>
              <a:rPr lang="en-US">
                <a:latin typeface="Rockwell" panose="02060603020205020403" pitchFamily="18" charset="0"/>
              </a:rPr>
              <a:t>Volume</a:t>
            </a:r>
          </a:p>
          <a:p>
            <a:pPr marL="342900" indent="-342900">
              <a:buAutoNum type="arabicPeriod"/>
            </a:pPr>
            <a:r>
              <a:rPr lang="en-US">
                <a:latin typeface="Rockwell" panose="02060603020205020403" pitchFamily="18" charset="0"/>
              </a:rPr>
              <a:t>Gross or Contribution Margin</a:t>
            </a:r>
          </a:p>
          <a:p>
            <a:pPr marL="342900" indent="-342900">
              <a:buAutoNum type="arabicPeriod"/>
            </a:pPr>
            <a:r>
              <a:rPr lang="en-US">
                <a:latin typeface="Rockwell" panose="02060603020205020403" pitchFamily="18" charset="0"/>
              </a:rPr>
              <a:t>Revenue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1B23E1-2C5C-B41E-3582-CCA9EEE93D4C}"/>
              </a:ext>
            </a:extLst>
          </p:cNvPr>
          <p:cNvSpPr txBox="1"/>
          <p:nvPr/>
        </p:nvSpPr>
        <p:spPr>
          <a:xfrm>
            <a:off x="1122404" y="3202858"/>
            <a:ext cx="2353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>
                <a:latin typeface="Rockwell" panose="02060603020205020403" pitchFamily="18" charset="0"/>
              </a:rPr>
              <a:t>Impact of Increase in Price Index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B45501-9C65-463B-1474-1941B2346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035" y="2392525"/>
            <a:ext cx="5938981" cy="379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22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1F556-5720-5EB8-ED23-BC5F09D6D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2">
            <a:extLst>
              <a:ext uri="{FF2B5EF4-FFF2-40B4-BE49-F238E27FC236}">
                <a16:creationId xmlns:a16="http://schemas.microsoft.com/office/drawing/2014/main" id="{9C39C72E-5B67-6BD6-0248-4E5F21C306C3}"/>
              </a:ext>
            </a:extLst>
          </p:cNvPr>
          <p:cNvSpPr txBox="1">
            <a:spLocks/>
          </p:cNvSpPr>
          <p:nvPr/>
        </p:nvSpPr>
        <p:spPr bwMode="auto">
          <a:xfrm>
            <a:off x="469418" y="59233"/>
            <a:ext cx="7946268" cy="63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2400" b="1" i="0" u="none" strike="noStrike" cap="none">
                <a:solidFill>
                  <a:schemeClr val="accent2"/>
                </a:solidFill>
                <a:latin typeface="Raleway Medium" panose="020B0604020202020204" pitchFamily="2" charset="0"/>
                <a:ea typeface="Raleway Thin"/>
                <a:cs typeface="Raleway Thin"/>
              </a:defRPr>
            </a:lvl1pPr>
            <a:lvl2pPr marR="0"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64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</a:defRPr>
            </a:lvl2pPr>
            <a:lvl3pPr marR="0"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64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</a:defRPr>
            </a:lvl3pPr>
            <a:lvl4pPr marR="0"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64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</a:defRPr>
            </a:lvl4pPr>
            <a:lvl5pPr marR="0"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64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</a:defRPr>
            </a:lvl5pPr>
            <a:lvl6pPr marR="0"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64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</a:defRPr>
            </a:lvl6pPr>
            <a:lvl7pPr marR="0"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64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</a:defRPr>
            </a:lvl7pPr>
            <a:lvl8pPr marR="0"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64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</a:defRPr>
            </a:lvl8pPr>
            <a:lvl9pPr marR="0"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64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4800"/>
              <a:buFont typeface="Raleway Thin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Rockwell" panose="02060603020205020403" pitchFamily="18" charset="0"/>
              </a:rPr>
              <a:t>CSF is a measure of value left on the table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AA92B5F-8DE5-B50B-D550-02479CA8077D}"/>
              </a:ext>
            </a:extLst>
          </p:cNvPr>
          <p:cNvGrpSpPr/>
          <p:nvPr/>
        </p:nvGrpSpPr>
        <p:grpSpPr>
          <a:xfrm>
            <a:off x="1717642" y="1472547"/>
            <a:ext cx="4589929" cy="3080544"/>
            <a:chOff x="6759389" y="3145444"/>
            <a:chExt cx="4589929" cy="3080544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9852F98C-8A25-7EBB-8991-6F5EFFF1B6B7}"/>
                </a:ext>
              </a:extLst>
            </p:cNvPr>
            <p:cNvSpPr/>
            <p:nvPr/>
          </p:nvSpPr>
          <p:spPr>
            <a:xfrm>
              <a:off x="6759389" y="3151094"/>
              <a:ext cx="4589929" cy="3074894"/>
            </a:xfrm>
            <a:prstGeom prst="triangle">
              <a:avLst/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54" name="Graphic 53" descr="Group of men outline">
              <a:extLst>
                <a:ext uri="{FF2B5EF4-FFF2-40B4-BE49-F238E27FC236}">
                  <a16:creationId xmlns:a16="http://schemas.microsoft.com/office/drawing/2014/main" id="{5584FA05-675A-95FC-EA7B-4B854A97A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26941" y="5760943"/>
              <a:ext cx="457200" cy="457200"/>
            </a:xfrm>
            <a:prstGeom prst="rect">
              <a:avLst/>
            </a:prstGeom>
          </p:spPr>
        </p:pic>
        <p:pic>
          <p:nvPicPr>
            <p:cNvPr id="55" name="Graphic 54" descr="Group of men outline">
              <a:extLst>
                <a:ext uri="{FF2B5EF4-FFF2-40B4-BE49-F238E27FC236}">
                  <a16:creationId xmlns:a16="http://schemas.microsoft.com/office/drawing/2014/main" id="{F8F8476C-50E0-C479-C120-23EC0C2F6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701429" y="5760943"/>
              <a:ext cx="457200" cy="457200"/>
            </a:xfrm>
            <a:prstGeom prst="rect">
              <a:avLst/>
            </a:prstGeom>
          </p:spPr>
        </p:pic>
        <p:pic>
          <p:nvPicPr>
            <p:cNvPr id="58" name="Graphic 57" descr="Group of men outline">
              <a:extLst>
                <a:ext uri="{FF2B5EF4-FFF2-40B4-BE49-F238E27FC236}">
                  <a16:creationId xmlns:a16="http://schemas.microsoft.com/office/drawing/2014/main" id="{98EBB2D4-159E-88EC-A77A-DA1B34830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75917" y="5760943"/>
              <a:ext cx="457200" cy="457200"/>
            </a:xfrm>
            <a:prstGeom prst="rect">
              <a:avLst/>
            </a:prstGeom>
          </p:spPr>
        </p:pic>
        <p:pic>
          <p:nvPicPr>
            <p:cNvPr id="59" name="Graphic 58" descr="Group of men outline">
              <a:extLst>
                <a:ext uri="{FF2B5EF4-FFF2-40B4-BE49-F238E27FC236}">
                  <a16:creationId xmlns:a16="http://schemas.microsoft.com/office/drawing/2014/main" id="{1BFEB209-F13A-0626-25B7-9233F507C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73868" y="5760943"/>
              <a:ext cx="457200" cy="457200"/>
            </a:xfrm>
            <a:prstGeom prst="rect">
              <a:avLst/>
            </a:prstGeom>
          </p:spPr>
        </p:pic>
        <p:pic>
          <p:nvPicPr>
            <p:cNvPr id="60" name="Graphic 59" descr="Group of men outline">
              <a:extLst>
                <a:ext uri="{FF2B5EF4-FFF2-40B4-BE49-F238E27FC236}">
                  <a16:creationId xmlns:a16="http://schemas.microsoft.com/office/drawing/2014/main" id="{EA1E8E3A-4158-183C-D675-B4B4AAA30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99381" y="5760943"/>
              <a:ext cx="457200" cy="457200"/>
            </a:xfrm>
            <a:prstGeom prst="rect">
              <a:avLst/>
            </a:prstGeom>
          </p:spPr>
        </p:pic>
        <p:pic>
          <p:nvPicPr>
            <p:cNvPr id="61" name="Graphic 60" descr="Group of men outline">
              <a:extLst>
                <a:ext uri="{FF2B5EF4-FFF2-40B4-BE49-F238E27FC236}">
                  <a16:creationId xmlns:a16="http://schemas.microsoft.com/office/drawing/2014/main" id="{B2C10A9B-B884-4CAD-D75C-B18A5976C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424893" y="5760943"/>
              <a:ext cx="457200" cy="457200"/>
            </a:xfrm>
            <a:prstGeom prst="rect">
              <a:avLst/>
            </a:prstGeom>
          </p:spPr>
        </p:pic>
        <p:pic>
          <p:nvPicPr>
            <p:cNvPr id="62" name="Graphic 61" descr="Group of men outline">
              <a:extLst>
                <a:ext uri="{FF2B5EF4-FFF2-40B4-BE49-F238E27FC236}">
                  <a16:creationId xmlns:a16="http://schemas.microsoft.com/office/drawing/2014/main" id="{F1A8737B-638F-DD81-3454-CA1371385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50405" y="5760943"/>
              <a:ext cx="457200" cy="457200"/>
            </a:xfrm>
            <a:prstGeom prst="rect">
              <a:avLst/>
            </a:prstGeom>
          </p:spPr>
        </p:pic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588C9A9-D985-90F8-86D6-8426374EE427}"/>
                </a:ext>
              </a:extLst>
            </p:cNvPr>
            <p:cNvCxnSpPr>
              <a:cxnSpLocks/>
            </p:cNvCxnSpPr>
            <p:nvPr/>
          </p:nvCxnSpPr>
          <p:spPr>
            <a:xfrm>
              <a:off x="7163474" y="5678937"/>
              <a:ext cx="3780000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6ABA149-1619-0407-D1BE-91090BB27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32749" y="5590774"/>
              <a:ext cx="3636000" cy="1118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5" name="Graphic 64" descr="Group of men outline">
              <a:extLst>
                <a:ext uri="{FF2B5EF4-FFF2-40B4-BE49-F238E27FC236}">
                  <a16:creationId xmlns:a16="http://schemas.microsoft.com/office/drawing/2014/main" id="{5079DC21-CB21-F7D6-445C-6791346B4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08103" y="5112077"/>
              <a:ext cx="457200" cy="457200"/>
            </a:xfrm>
            <a:prstGeom prst="rect">
              <a:avLst/>
            </a:prstGeom>
          </p:spPr>
        </p:pic>
        <p:pic>
          <p:nvPicPr>
            <p:cNvPr id="66" name="Graphic 65" descr="Group of men outline">
              <a:extLst>
                <a:ext uri="{FF2B5EF4-FFF2-40B4-BE49-F238E27FC236}">
                  <a16:creationId xmlns:a16="http://schemas.microsoft.com/office/drawing/2014/main" id="{65A02FD6-9069-9E50-87F0-3BE3E9320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82591" y="5112077"/>
              <a:ext cx="457200" cy="457200"/>
            </a:xfrm>
            <a:prstGeom prst="rect">
              <a:avLst/>
            </a:prstGeom>
          </p:spPr>
        </p:pic>
        <p:pic>
          <p:nvPicPr>
            <p:cNvPr id="67" name="Graphic 66" descr="Group of men outline">
              <a:extLst>
                <a:ext uri="{FF2B5EF4-FFF2-40B4-BE49-F238E27FC236}">
                  <a16:creationId xmlns:a16="http://schemas.microsoft.com/office/drawing/2014/main" id="{9365AD0C-297F-E37B-1871-7C7E1CA76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006055" y="5112077"/>
              <a:ext cx="457200" cy="457200"/>
            </a:xfrm>
            <a:prstGeom prst="rect">
              <a:avLst/>
            </a:prstGeom>
          </p:spPr>
        </p:pic>
        <p:pic>
          <p:nvPicPr>
            <p:cNvPr id="68" name="Graphic 67" descr="Group of men outline">
              <a:extLst>
                <a:ext uri="{FF2B5EF4-FFF2-40B4-BE49-F238E27FC236}">
                  <a16:creationId xmlns:a16="http://schemas.microsoft.com/office/drawing/2014/main" id="{532A9583-8195-25F4-FC73-3DC853B62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431567" y="5112077"/>
              <a:ext cx="457200" cy="457200"/>
            </a:xfrm>
            <a:prstGeom prst="rect">
              <a:avLst/>
            </a:prstGeom>
          </p:spPr>
        </p:pic>
        <p:pic>
          <p:nvPicPr>
            <p:cNvPr id="69" name="Graphic 68" descr="Group of men outline">
              <a:extLst>
                <a:ext uri="{FF2B5EF4-FFF2-40B4-BE49-F238E27FC236}">
                  <a16:creationId xmlns:a16="http://schemas.microsoft.com/office/drawing/2014/main" id="{EA646367-30E1-0BD6-E7D4-B8A1299B6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857079" y="5112077"/>
              <a:ext cx="457200" cy="457200"/>
            </a:xfrm>
            <a:prstGeom prst="rect">
              <a:avLst/>
            </a:prstGeom>
          </p:spPr>
        </p:pic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E34680D-61F3-25AC-03F8-AF726462ED3D}"/>
                </a:ext>
              </a:extLst>
            </p:cNvPr>
            <p:cNvCxnSpPr>
              <a:cxnSpLocks/>
            </p:cNvCxnSpPr>
            <p:nvPr/>
          </p:nvCxnSpPr>
          <p:spPr>
            <a:xfrm>
              <a:off x="7612582" y="5088739"/>
              <a:ext cx="2880000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49E5A02-6FFB-4340-F3A7-2302AA0B35C7}"/>
                </a:ext>
              </a:extLst>
            </p:cNvPr>
            <p:cNvCxnSpPr>
              <a:cxnSpLocks/>
            </p:cNvCxnSpPr>
            <p:nvPr/>
          </p:nvCxnSpPr>
          <p:spPr>
            <a:xfrm>
              <a:off x="7683639" y="4991761"/>
              <a:ext cx="2736000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237C2DD-7B9D-53FF-7FA0-F0F79DD66394}"/>
                </a:ext>
              </a:extLst>
            </p:cNvPr>
            <p:cNvSpPr/>
            <p:nvPr/>
          </p:nvSpPr>
          <p:spPr>
            <a:xfrm>
              <a:off x="7601844" y="5004696"/>
              <a:ext cx="2916000" cy="721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B665F8D7-B250-3296-56AB-8BC9764D5048}"/>
                </a:ext>
              </a:extLst>
            </p:cNvPr>
            <p:cNvSpPr/>
            <p:nvPr/>
          </p:nvSpPr>
          <p:spPr>
            <a:xfrm>
              <a:off x="7156495" y="5601164"/>
              <a:ext cx="3816000" cy="721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412B20C-6885-C549-F202-27B3ABE62C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9357" y="4405307"/>
              <a:ext cx="1872000" cy="4177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F276B57-369E-5B28-8173-2B07E3F1F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65303" y="4333779"/>
              <a:ext cx="1766282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0BC7A36-4B23-1D93-5BCC-94E9B2FDE925}"/>
                </a:ext>
              </a:extLst>
            </p:cNvPr>
            <p:cNvSpPr/>
            <p:nvPr/>
          </p:nvSpPr>
          <p:spPr>
            <a:xfrm>
              <a:off x="8113217" y="4339027"/>
              <a:ext cx="1908000" cy="61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77" name="Graphic 76" descr="Group of men outline">
              <a:extLst>
                <a:ext uri="{FF2B5EF4-FFF2-40B4-BE49-F238E27FC236}">
                  <a16:creationId xmlns:a16="http://schemas.microsoft.com/office/drawing/2014/main" id="{EBA0CDDB-BAE4-2470-6FD0-05D3BCF20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021456" y="4497486"/>
              <a:ext cx="457200" cy="457200"/>
            </a:xfrm>
            <a:prstGeom prst="rect">
              <a:avLst/>
            </a:prstGeom>
          </p:spPr>
        </p:pic>
        <p:pic>
          <p:nvPicPr>
            <p:cNvPr id="78" name="Graphic 77" descr="Group of men outline">
              <a:extLst>
                <a:ext uri="{FF2B5EF4-FFF2-40B4-BE49-F238E27FC236}">
                  <a16:creationId xmlns:a16="http://schemas.microsoft.com/office/drawing/2014/main" id="{57503B1D-AB42-9EE2-27FA-62F2DFD43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551720" y="4497486"/>
              <a:ext cx="457200" cy="457200"/>
            </a:xfrm>
            <a:prstGeom prst="rect">
              <a:avLst/>
            </a:prstGeom>
          </p:spPr>
        </p:pic>
        <p:pic>
          <p:nvPicPr>
            <p:cNvPr id="79" name="Graphic 78" descr="Group of men outline">
              <a:extLst>
                <a:ext uri="{FF2B5EF4-FFF2-40B4-BE49-F238E27FC236}">
                  <a16:creationId xmlns:a16="http://schemas.microsoft.com/office/drawing/2014/main" id="{6F96EE2D-2B30-7FF9-5677-E1B6AA041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653320" y="4497486"/>
              <a:ext cx="457200" cy="457200"/>
            </a:xfrm>
            <a:prstGeom prst="rect">
              <a:avLst/>
            </a:prstGeom>
          </p:spPr>
        </p:pic>
        <p:pic>
          <p:nvPicPr>
            <p:cNvPr id="80" name="Graphic 79" descr="Group of men outline">
              <a:extLst>
                <a:ext uri="{FF2B5EF4-FFF2-40B4-BE49-F238E27FC236}">
                  <a16:creationId xmlns:a16="http://schemas.microsoft.com/office/drawing/2014/main" id="{9BBDA638-329F-B3D4-246F-4ED84824D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102520" y="4497486"/>
              <a:ext cx="457200" cy="457200"/>
            </a:xfrm>
            <a:prstGeom prst="rect">
              <a:avLst/>
            </a:prstGeom>
          </p:spPr>
        </p:pic>
        <p:pic>
          <p:nvPicPr>
            <p:cNvPr id="81" name="Graphic 80" descr="Group of men outline">
              <a:extLst>
                <a:ext uri="{FF2B5EF4-FFF2-40B4-BE49-F238E27FC236}">
                  <a16:creationId xmlns:a16="http://schemas.microsoft.com/office/drawing/2014/main" id="{C761F9DB-5936-7072-540F-00ED614DE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530274" y="3856958"/>
              <a:ext cx="457200" cy="457200"/>
            </a:xfrm>
            <a:prstGeom prst="rect">
              <a:avLst/>
            </a:prstGeom>
          </p:spPr>
        </p:pic>
        <p:pic>
          <p:nvPicPr>
            <p:cNvPr id="82" name="Graphic 81" descr="Group of men outline">
              <a:extLst>
                <a:ext uri="{FF2B5EF4-FFF2-40B4-BE49-F238E27FC236}">
                  <a16:creationId xmlns:a16="http://schemas.microsoft.com/office/drawing/2014/main" id="{F18CC75C-57BF-4721-A300-56847AB26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79005" y="3856940"/>
              <a:ext cx="457200" cy="457200"/>
            </a:xfrm>
            <a:prstGeom prst="rect">
              <a:avLst/>
            </a:prstGeom>
          </p:spPr>
        </p:pic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A362CCB-5355-6DCE-032B-69139C0E8545}"/>
                </a:ext>
              </a:extLst>
            </p:cNvPr>
            <p:cNvCxnSpPr>
              <a:cxnSpLocks/>
            </p:cNvCxnSpPr>
            <p:nvPr/>
          </p:nvCxnSpPr>
          <p:spPr>
            <a:xfrm>
              <a:off x="8551720" y="3824947"/>
              <a:ext cx="1008000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7F90DA5-7A6B-FF4F-AFC6-CFDD4F8533EA}"/>
                </a:ext>
              </a:extLst>
            </p:cNvPr>
            <p:cNvCxnSpPr>
              <a:cxnSpLocks/>
            </p:cNvCxnSpPr>
            <p:nvPr/>
          </p:nvCxnSpPr>
          <p:spPr>
            <a:xfrm>
              <a:off x="8603673" y="3742336"/>
              <a:ext cx="888422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C574454-D2B5-4B31-0897-799F9172362E}"/>
                </a:ext>
              </a:extLst>
            </p:cNvPr>
            <p:cNvSpPr/>
            <p:nvPr/>
          </p:nvSpPr>
          <p:spPr>
            <a:xfrm>
              <a:off x="8492471" y="3145444"/>
              <a:ext cx="1067249" cy="6665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9EE48E9-3CF5-4BDA-332A-79ABAAA6289D}"/>
              </a:ext>
            </a:extLst>
          </p:cNvPr>
          <p:cNvCxnSpPr>
            <a:cxnSpLocks/>
          </p:cNvCxnSpPr>
          <p:nvPr/>
        </p:nvCxnSpPr>
        <p:spPr>
          <a:xfrm flipV="1">
            <a:off x="1683841" y="2215656"/>
            <a:ext cx="1549486" cy="2044718"/>
          </a:xfrm>
          <a:prstGeom prst="straightConnector1">
            <a:avLst/>
          </a:prstGeom>
          <a:ln w="38100">
            <a:solidFill>
              <a:srgbClr val="C0B2D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260C5187-9884-72B0-452D-5E90E5D457B0}"/>
              </a:ext>
            </a:extLst>
          </p:cNvPr>
          <p:cNvSpPr txBox="1"/>
          <p:nvPr/>
        </p:nvSpPr>
        <p:spPr>
          <a:xfrm>
            <a:off x="6826782" y="2881524"/>
            <a:ext cx="36405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Consumer Surplus Factor (CSF)</a:t>
            </a: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= 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1C26927-9681-33DE-D4B9-1FDEE414900E}"/>
              </a:ext>
            </a:extLst>
          </p:cNvPr>
          <p:cNvGrpSpPr/>
          <p:nvPr/>
        </p:nvGrpSpPr>
        <p:grpSpPr>
          <a:xfrm>
            <a:off x="9880906" y="2797474"/>
            <a:ext cx="2379920" cy="521390"/>
            <a:chOff x="6664621" y="5163586"/>
            <a:chExt cx="1949742" cy="521390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82E4D48-10A7-CC2A-4FF4-3E24B195BD7B}"/>
                </a:ext>
              </a:extLst>
            </p:cNvPr>
            <p:cNvSpPr txBox="1"/>
            <p:nvPr/>
          </p:nvSpPr>
          <p:spPr>
            <a:xfrm>
              <a:off x="6927150" y="5423366"/>
              <a:ext cx="14450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1" i="0" u="none" strike="noStrike" kern="120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Price to consumer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03DF2AD-1E4E-96B3-F423-6E7C0248840C}"/>
                </a:ext>
              </a:extLst>
            </p:cNvPr>
            <p:cNvSpPr txBox="1"/>
            <p:nvPr/>
          </p:nvSpPr>
          <p:spPr>
            <a:xfrm>
              <a:off x="6664621" y="5163586"/>
              <a:ext cx="19497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5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Max Consumer value (MCV)</a:t>
              </a: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9197C99-DE96-778F-6777-B9019556FBE1}"/>
                </a:ext>
              </a:extLst>
            </p:cNvPr>
            <p:cNvCxnSpPr>
              <a:cxnSpLocks/>
            </p:cNvCxnSpPr>
            <p:nvPr/>
          </p:nvCxnSpPr>
          <p:spPr>
            <a:xfrm>
              <a:off x="6769449" y="5415231"/>
              <a:ext cx="173195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BD4D76AC-A4C5-78E4-9A71-1967C303204B}"/>
              </a:ext>
            </a:extLst>
          </p:cNvPr>
          <p:cNvSpPr txBox="1"/>
          <p:nvPr/>
        </p:nvSpPr>
        <p:spPr>
          <a:xfrm>
            <a:off x="1022465" y="4034359"/>
            <a:ext cx="81461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sng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Cohort 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EAF751E-BD12-F794-6165-ECF6AC3126DA}"/>
              </a:ext>
            </a:extLst>
          </p:cNvPr>
          <p:cNvSpPr txBox="1"/>
          <p:nvPr/>
        </p:nvSpPr>
        <p:spPr>
          <a:xfrm>
            <a:off x="2783359" y="1622735"/>
            <a:ext cx="869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sng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Cohort X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74CABF7-2B74-C6E4-E19D-D65355F8EE8D}"/>
              </a:ext>
            </a:extLst>
          </p:cNvPr>
          <p:cNvSpPr txBox="1"/>
          <p:nvPr/>
        </p:nvSpPr>
        <p:spPr>
          <a:xfrm>
            <a:off x="1542222" y="3374175"/>
            <a:ext cx="82177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sng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Cohort 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BBC6DC2-3684-E186-9DFA-854D56A16FB0}"/>
              </a:ext>
            </a:extLst>
          </p:cNvPr>
          <p:cNvSpPr txBox="1"/>
          <p:nvPr/>
        </p:nvSpPr>
        <p:spPr>
          <a:xfrm>
            <a:off x="253718" y="4258766"/>
            <a:ext cx="1909482" cy="2680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285750" marR="0" lvl="0" indent="-28575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5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Value perceived = $8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47D19F6-9716-DE36-279A-604191261E26}"/>
              </a:ext>
            </a:extLst>
          </p:cNvPr>
          <p:cNvSpPr txBox="1"/>
          <p:nvPr/>
        </p:nvSpPr>
        <p:spPr>
          <a:xfrm>
            <a:off x="586006" y="3610014"/>
            <a:ext cx="1576800" cy="26806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285750" marR="0" lvl="0" indent="-28575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5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Value perceived = $15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DC1E8E8-4FFE-86C9-CC4C-639A0BAD0EC6}"/>
              </a:ext>
            </a:extLst>
          </p:cNvPr>
          <p:cNvSpPr txBox="1"/>
          <p:nvPr/>
        </p:nvSpPr>
        <p:spPr>
          <a:xfrm>
            <a:off x="1388119" y="1846421"/>
            <a:ext cx="2160019" cy="2680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285750" marR="0" lvl="0" indent="-28575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5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Value perceived </a:t>
            </a:r>
            <a:r>
              <a:rPr kumimoji="0" lang="en-IN" sz="1050" b="1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(MAX)</a:t>
            </a:r>
            <a:r>
              <a:rPr kumimoji="0" lang="en-IN" sz="105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 $28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211DFCB-F07B-B126-1A5B-E8F8133F01D8}"/>
              </a:ext>
            </a:extLst>
          </p:cNvPr>
          <p:cNvSpPr/>
          <p:nvPr/>
        </p:nvSpPr>
        <p:spPr>
          <a:xfrm>
            <a:off x="5568488" y="1778090"/>
            <a:ext cx="2736000" cy="257665"/>
          </a:xfrm>
          <a:prstGeom prst="rect">
            <a:avLst/>
          </a:prstGeom>
          <a:noFill/>
          <a:ln w="19050">
            <a:solidFill>
              <a:srgbClr val="007B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Maximum Consumer Value (MCV)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1FD1DC2-D5C3-A232-7402-05D9759C0694}"/>
              </a:ext>
            </a:extLst>
          </p:cNvPr>
          <p:cNvCxnSpPr>
            <a:cxnSpLocks/>
          </p:cNvCxnSpPr>
          <p:nvPr/>
        </p:nvCxnSpPr>
        <p:spPr>
          <a:xfrm>
            <a:off x="4442552" y="1916273"/>
            <a:ext cx="1008283" cy="2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3C991C08-ADB0-01A6-77EF-CEE8AF83BB0D}"/>
              </a:ext>
            </a:extLst>
          </p:cNvPr>
          <p:cNvSpPr txBox="1"/>
          <p:nvPr/>
        </p:nvSpPr>
        <p:spPr>
          <a:xfrm>
            <a:off x="1878721" y="862621"/>
            <a:ext cx="9106841" cy="33855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600">
                <a:solidFill>
                  <a:schemeClr val="lt1"/>
                </a:solidFill>
                <a:latin typeface="Candara" panose="020E0502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How much is a consumer willing to pay Vs. How much are we charging today?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F5851AA-EDDF-10FF-EF76-A3F12BA0F295}"/>
              </a:ext>
            </a:extLst>
          </p:cNvPr>
          <p:cNvSpPr txBox="1"/>
          <p:nvPr/>
        </p:nvSpPr>
        <p:spPr>
          <a:xfrm>
            <a:off x="1356704" y="5011025"/>
            <a:ext cx="2746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MCV is a measure of $ value of emotional and functional attributes, perceived by consumer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C5D1DB-3AAA-EE5C-5DE5-0D3E87121ED1}"/>
              </a:ext>
            </a:extLst>
          </p:cNvPr>
          <p:cNvSpPr txBox="1"/>
          <p:nvPr/>
        </p:nvSpPr>
        <p:spPr>
          <a:xfrm>
            <a:off x="8309776" y="5205772"/>
            <a:ext cx="2843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People whose perceived value from brand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 more than price charged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will be consumers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4" name="Graphic 103" descr="Open quotation mark outline">
            <a:extLst>
              <a:ext uri="{FF2B5EF4-FFF2-40B4-BE49-F238E27FC236}">
                <a16:creationId xmlns:a16="http://schemas.microsoft.com/office/drawing/2014/main" id="{6BAAC8FB-98C5-68DC-99A7-31F8459F15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4747" y="4756862"/>
            <a:ext cx="478400" cy="478400"/>
          </a:xfrm>
          <a:prstGeom prst="rect">
            <a:avLst/>
          </a:prstGeom>
        </p:spPr>
      </p:pic>
      <p:pic>
        <p:nvPicPr>
          <p:cNvPr id="105" name="Graphic 104" descr="Open quotation mark outline">
            <a:extLst>
              <a:ext uri="{FF2B5EF4-FFF2-40B4-BE49-F238E27FC236}">
                <a16:creationId xmlns:a16="http://schemas.microsoft.com/office/drawing/2014/main" id="{BD03F6C2-DC4E-64BF-B1BE-EDFC85488D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0800000">
            <a:off x="3894042" y="5480528"/>
            <a:ext cx="478400" cy="478400"/>
          </a:xfrm>
          <a:prstGeom prst="rect">
            <a:avLst/>
          </a:prstGeom>
        </p:spPr>
      </p:pic>
      <p:pic>
        <p:nvPicPr>
          <p:cNvPr id="106" name="Graphic 105" descr="Open quotation mark outline">
            <a:extLst>
              <a:ext uri="{FF2B5EF4-FFF2-40B4-BE49-F238E27FC236}">
                <a16:creationId xmlns:a16="http://schemas.microsoft.com/office/drawing/2014/main" id="{E17330FA-C9CA-5CE6-2093-E7C2C11C111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50228" y="4781933"/>
            <a:ext cx="476096" cy="478400"/>
          </a:xfrm>
          <a:prstGeom prst="rect">
            <a:avLst/>
          </a:prstGeom>
        </p:spPr>
      </p:pic>
      <p:pic>
        <p:nvPicPr>
          <p:cNvPr id="107" name="Graphic 106" descr="Open quotation mark outline">
            <a:extLst>
              <a:ext uri="{FF2B5EF4-FFF2-40B4-BE49-F238E27FC236}">
                <a16:creationId xmlns:a16="http://schemas.microsoft.com/office/drawing/2014/main" id="{DD5884A3-5438-B430-8A65-8CC92897F5D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0800000">
            <a:off x="7401228" y="5484514"/>
            <a:ext cx="478400" cy="478400"/>
          </a:xfrm>
          <a:prstGeom prst="rect">
            <a:avLst/>
          </a:prstGeom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30B98F83-3FCD-005F-7CC5-530ECB89F399}"/>
              </a:ext>
            </a:extLst>
          </p:cNvPr>
          <p:cNvSpPr/>
          <p:nvPr/>
        </p:nvSpPr>
        <p:spPr>
          <a:xfrm>
            <a:off x="980609" y="4750455"/>
            <a:ext cx="3359085" cy="1167473"/>
          </a:xfrm>
          <a:prstGeom prst="rect">
            <a:avLst/>
          </a:prstGeom>
          <a:noFill/>
          <a:ln w="6350">
            <a:solidFill>
              <a:srgbClr val="007B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39033F2-31B5-9BA3-48DE-DB3C58E257A3}"/>
              </a:ext>
            </a:extLst>
          </p:cNvPr>
          <p:cNvSpPr/>
          <p:nvPr/>
        </p:nvSpPr>
        <p:spPr>
          <a:xfrm>
            <a:off x="4522933" y="4758536"/>
            <a:ext cx="3359085" cy="1167473"/>
          </a:xfrm>
          <a:prstGeom prst="rect">
            <a:avLst/>
          </a:prstGeom>
          <a:noFill/>
          <a:ln w="6350">
            <a:solidFill>
              <a:srgbClr val="007B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10" name="Graphic 109" descr="Open quotation mark outline">
            <a:extLst>
              <a:ext uri="{FF2B5EF4-FFF2-40B4-BE49-F238E27FC236}">
                <a16:creationId xmlns:a16="http://schemas.microsoft.com/office/drawing/2014/main" id="{3F42DF79-C16F-0286-AF53-9CC50FF06B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12453" y="4781933"/>
            <a:ext cx="478400" cy="478400"/>
          </a:xfrm>
          <a:prstGeom prst="rect">
            <a:avLst/>
          </a:prstGeom>
        </p:spPr>
      </p:pic>
      <p:pic>
        <p:nvPicPr>
          <p:cNvPr id="111" name="Graphic 110" descr="Open quotation mark outline">
            <a:extLst>
              <a:ext uri="{FF2B5EF4-FFF2-40B4-BE49-F238E27FC236}">
                <a16:creationId xmlns:a16="http://schemas.microsoft.com/office/drawing/2014/main" id="{AC4E9A3F-BAF7-2A55-CF90-FA49F19942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0800000">
            <a:off x="10964605" y="5484514"/>
            <a:ext cx="478400" cy="47840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66904D3E-5341-C1CB-8F24-6221BE3D56D8}"/>
              </a:ext>
            </a:extLst>
          </p:cNvPr>
          <p:cNvSpPr/>
          <p:nvPr/>
        </p:nvSpPr>
        <p:spPr>
          <a:xfrm>
            <a:off x="8086310" y="4758536"/>
            <a:ext cx="3359085" cy="1167473"/>
          </a:xfrm>
          <a:prstGeom prst="rect">
            <a:avLst/>
          </a:prstGeom>
          <a:noFill/>
          <a:ln w="6350">
            <a:solidFill>
              <a:srgbClr val="007B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7D30E39-C6E1-89DE-B459-0E2F6B24E42A}"/>
              </a:ext>
            </a:extLst>
          </p:cNvPr>
          <p:cNvSpPr txBox="1"/>
          <p:nvPr/>
        </p:nvSpPr>
        <p:spPr>
          <a:xfrm>
            <a:off x="4924282" y="5176006"/>
            <a:ext cx="26559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People whose perceived value from brand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 less than price charged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will not be consumers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5" name="Graphic 114" descr="Group of men outline">
            <a:extLst>
              <a:ext uri="{FF2B5EF4-FFF2-40B4-BE49-F238E27FC236}">
                <a16:creationId xmlns:a16="http://schemas.microsoft.com/office/drawing/2014/main" id="{49C85A68-5692-3691-3A15-24A45474DD0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84007" y="1661264"/>
            <a:ext cx="457200" cy="457200"/>
          </a:xfrm>
          <a:prstGeom prst="rect">
            <a:avLst/>
          </a:prstGeom>
        </p:spPr>
      </p:pic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842D7E2-31A6-1062-17E8-4FD275CCEB0D}"/>
              </a:ext>
            </a:extLst>
          </p:cNvPr>
          <p:cNvCxnSpPr>
            <a:cxnSpLocks/>
          </p:cNvCxnSpPr>
          <p:nvPr/>
        </p:nvCxnSpPr>
        <p:spPr>
          <a:xfrm flipH="1">
            <a:off x="5966252" y="3944974"/>
            <a:ext cx="1773836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F286E827-B889-6E9E-91B8-75A10CA54739}"/>
              </a:ext>
            </a:extLst>
          </p:cNvPr>
          <p:cNvSpPr txBox="1"/>
          <p:nvPr/>
        </p:nvSpPr>
        <p:spPr>
          <a:xfrm>
            <a:off x="7550351" y="3797158"/>
            <a:ext cx="1763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Price to consumer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67F70352-784F-A3E0-D3CB-0025FE911149}"/>
              </a:ext>
            </a:extLst>
          </p:cNvPr>
          <p:cNvCxnSpPr>
            <a:cxnSpLocks/>
          </p:cNvCxnSpPr>
          <p:nvPr/>
        </p:nvCxnSpPr>
        <p:spPr>
          <a:xfrm>
            <a:off x="6788047" y="2151746"/>
            <a:ext cx="0" cy="16454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Graphic 118" descr="Group of men outline">
            <a:extLst>
              <a:ext uri="{FF2B5EF4-FFF2-40B4-BE49-F238E27FC236}">
                <a16:creationId xmlns:a16="http://schemas.microsoft.com/office/drawing/2014/main" id="{C91C704B-F6E1-2FBF-CAA1-84CAF16F0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4734" y="4792533"/>
            <a:ext cx="454998" cy="457200"/>
          </a:xfrm>
          <a:prstGeom prst="rect">
            <a:avLst/>
          </a:prstGeom>
        </p:spPr>
      </p:pic>
      <p:pic>
        <p:nvPicPr>
          <p:cNvPr id="121" name="Graphic 120" descr="Group of men outline">
            <a:extLst>
              <a:ext uri="{FF2B5EF4-FFF2-40B4-BE49-F238E27FC236}">
                <a16:creationId xmlns:a16="http://schemas.microsoft.com/office/drawing/2014/main" id="{215FE56C-D527-BF70-2A63-0EBD3789B6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95145" y="4789296"/>
            <a:ext cx="454998" cy="457200"/>
          </a:xfrm>
          <a:prstGeom prst="rect">
            <a:avLst/>
          </a:prstGeom>
        </p:spPr>
      </p:pic>
      <p:pic>
        <p:nvPicPr>
          <p:cNvPr id="122" name="Graphic 121" descr="Group of men outline">
            <a:extLst>
              <a:ext uri="{FF2B5EF4-FFF2-40B4-BE49-F238E27FC236}">
                <a16:creationId xmlns:a16="http://schemas.microsoft.com/office/drawing/2014/main" id="{7A2EFA8A-A238-AFAC-8CED-33CEBC002D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76708" y="4784432"/>
            <a:ext cx="454998" cy="457200"/>
          </a:xfrm>
          <a:prstGeom prst="rect">
            <a:avLst/>
          </a:prstGeom>
        </p:spPr>
      </p:pic>
      <p:pic>
        <p:nvPicPr>
          <p:cNvPr id="123" name="Graphic 122" descr="Group of men outline">
            <a:extLst>
              <a:ext uri="{FF2B5EF4-FFF2-40B4-BE49-F238E27FC236}">
                <a16:creationId xmlns:a16="http://schemas.microsoft.com/office/drawing/2014/main" id="{C32FFBFB-AD19-47C1-E9BD-36BA45FCC5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58271" y="4794273"/>
            <a:ext cx="454998" cy="457200"/>
          </a:xfrm>
          <a:prstGeom prst="rect">
            <a:avLst/>
          </a:prstGeom>
        </p:spPr>
      </p:pic>
      <p:pic>
        <p:nvPicPr>
          <p:cNvPr id="124" name="Graphic 123" descr="Group of men outline">
            <a:extLst>
              <a:ext uri="{FF2B5EF4-FFF2-40B4-BE49-F238E27FC236}">
                <a16:creationId xmlns:a16="http://schemas.microsoft.com/office/drawing/2014/main" id="{7C8A9C4D-D4D4-59CF-914C-F3EE7256C4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39834" y="4794185"/>
            <a:ext cx="454998" cy="457200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380A2FD9-8F10-B7CD-E81A-966D466D5B00}"/>
              </a:ext>
            </a:extLst>
          </p:cNvPr>
          <p:cNvSpPr txBox="1"/>
          <p:nvPr/>
        </p:nvSpPr>
        <p:spPr>
          <a:xfrm>
            <a:off x="441061" y="2455398"/>
            <a:ext cx="2034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Different cohorts of consumers will perceive different value from brand</a:t>
            </a:r>
          </a:p>
        </p:txBody>
      </p:sp>
    </p:spTree>
    <p:extLst>
      <p:ext uri="{BB962C8B-B14F-4D97-AF65-F5344CB8AC3E}">
        <p14:creationId xmlns:p14="http://schemas.microsoft.com/office/powerpoint/2010/main" val="2500593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AC8E4-2993-6838-5103-E06D096A4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2">
            <a:extLst>
              <a:ext uri="{FF2B5EF4-FFF2-40B4-BE49-F238E27FC236}">
                <a16:creationId xmlns:a16="http://schemas.microsoft.com/office/drawing/2014/main" id="{9C39C72E-5B67-6BD6-0248-4E5F21C306C3}"/>
              </a:ext>
            </a:extLst>
          </p:cNvPr>
          <p:cNvSpPr txBox="1">
            <a:spLocks/>
          </p:cNvSpPr>
          <p:nvPr/>
        </p:nvSpPr>
        <p:spPr bwMode="auto">
          <a:xfrm>
            <a:off x="403412" y="281276"/>
            <a:ext cx="11483787" cy="63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2400" b="1" i="0" u="none" strike="noStrike" cap="none">
                <a:solidFill>
                  <a:schemeClr val="accent2"/>
                </a:solidFill>
                <a:latin typeface="Raleway Medium" panose="020B0604020202020204" pitchFamily="2" charset="0"/>
                <a:ea typeface="Raleway Thin"/>
                <a:cs typeface="Raleway Thin"/>
              </a:defRPr>
            </a:lvl1pPr>
            <a:lvl2pPr marR="0"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64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</a:defRPr>
            </a:lvl2pPr>
            <a:lvl3pPr marR="0"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64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</a:defRPr>
            </a:lvl3pPr>
            <a:lvl4pPr marR="0"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64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</a:defRPr>
            </a:lvl4pPr>
            <a:lvl5pPr marR="0"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64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</a:defRPr>
            </a:lvl5pPr>
            <a:lvl6pPr marR="0"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64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</a:defRPr>
            </a:lvl6pPr>
            <a:lvl7pPr marR="0"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64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</a:defRPr>
            </a:lvl7pPr>
            <a:lvl8pPr marR="0"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64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</a:defRPr>
            </a:lvl8pPr>
            <a:lvl9pPr marR="0"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64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4800"/>
              <a:buFont typeface="Raleway Thin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Rockwell" panose="02060603020205020403" pitchFamily="18" charset="0"/>
              </a:rPr>
              <a:t>Brands with higher CSF can lead price increase and/or target higher market share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88DBAE-0BBB-7FEB-A7FA-E84298F660F3}"/>
              </a:ext>
            </a:extLst>
          </p:cNvPr>
          <p:cNvSpPr txBox="1"/>
          <p:nvPr/>
        </p:nvSpPr>
        <p:spPr>
          <a:xfrm>
            <a:off x="8550298" y="4968522"/>
            <a:ext cx="284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Brands with higher surplus can also increase price without risk of losing market share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itchFamily="2" charset="0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A97A359-7C2C-DB7B-F6F8-10E07D103472}"/>
              </a:ext>
            </a:extLst>
          </p:cNvPr>
          <p:cNvGrpSpPr/>
          <p:nvPr/>
        </p:nvGrpSpPr>
        <p:grpSpPr>
          <a:xfrm>
            <a:off x="1621546" y="1350622"/>
            <a:ext cx="4589929" cy="3080544"/>
            <a:chOff x="6759389" y="3145444"/>
            <a:chExt cx="4589929" cy="3080544"/>
          </a:xfrm>
        </p:grpSpPr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BC04D76F-4C0A-8856-D027-38553C2E7C28}"/>
                </a:ext>
              </a:extLst>
            </p:cNvPr>
            <p:cNvSpPr/>
            <p:nvPr/>
          </p:nvSpPr>
          <p:spPr>
            <a:xfrm>
              <a:off x="6759389" y="3151094"/>
              <a:ext cx="4589929" cy="3074894"/>
            </a:xfrm>
            <a:prstGeom prst="triangle">
              <a:avLst/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itchFamily="2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69" name="Graphic 68" descr="Group of men outline">
              <a:extLst>
                <a:ext uri="{FF2B5EF4-FFF2-40B4-BE49-F238E27FC236}">
                  <a16:creationId xmlns:a16="http://schemas.microsoft.com/office/drawing/2014/main" id="{7E4CBEC2-70B7-E0DC-3562-50DE85E65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26941" y="5760943"/>
              <a:ext cx="457200" cy="457200"/>
            </a:xfrm>
            <a:prstGeom prst="rect">
              <a:avLst/>
            </a:prstGeom>
          </p:spPr>
        </p:pic>
        <p:pic>
          <p:nvPicPr>
            <p:cNvPr id="70" name="Graphic 69" descr="Group of men outline">
              <a:extLst>
                <a:ext uri="{FF2B5EF4-FFF2-40B4-BE49-F238E27FC236}">
                  <a16:creationId xmlns:a16="http://schemas.microsoft.com/office/drawing/2014/main" id="{8E3C6B2F-80EB-0B0B-811C-43DA77A05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01429" y="5760943"/>
              <a:ext cx="457200" cy="457200"/>
            </a:xfrm>
            <a:prstGeom prst="rect">
              <a:avLst/>
            </a:prstGeom>
          </p:spPr>
        </p:pic>
        <p:pic>
          <p:nvPicPr>
            <p:cNvPr id="71" name="Graphic 70" descr="Group of men outline">
              <a:extLst>
                <a:ext uri="{FF2B5EF4-FFF2-40B4-BE49-F238E27FC236}">
                  <a16:creationId xmlns:a16="http://schemas.microsoft.com/office/drawing/2014/main" id="{01EF2AB5-8AD6-2E98-255A-771166F4E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75917" y="5760943"/>
              <a:ext cx="457200" cy="457200"/>
            </a:xfrm>
            <a:prstGeom prst="rect">
              <a:avLst/>
            </a:prstGeom>
          </p:spPr>
        </p:pic>
        <p:pic>
          <p:nvPicPr>
            <p:cNvPr id="72" name="Graphic 71" descr="Group of men outline">
              <a:extLst>
                <a:ext uri="{FF2B5EF4-FFF2-40B4-BE49-F238E27FC236}">
                  <a16:creationId xmlns:a16="http://schemas.microsoft.com/office/drawing/2014/main" id="{4AE1BA63-837A-8DD6-08FB-3B66F2E48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73868" y="5760943"/>
              <a:ext cx="457200" cy="457200"/>
            </a:xfrm>
            <a:prstGeom prst="rect">
              <a:avLst/>
            </a:prstGeom>
          </p:spPr>
        </p:pic>
        <p:pic>
          <p:nvPicPr>
            <p:cNvPr id="73" name="Graphic 72" descr="Group of men outline">
              <a:extLst>
                <a:ext uri="{FF2B5EF4-FFF2-40B4-BE49-F238E27FC236}">
                  <a16:creationId xmlns:a16="http://schemas.microsoft.com/office/drawing/2014/main" id="{FC6ECE7D-C545-00CF-C466-EE8757B65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99381" y="5760943"/>
              <a:ext cx="457200" cy="457200"/>
            </a:xfrm>
            <a:prstGeom prst="rect">
              <a:avLst/>
            </a:prstGeom>
          </p:spPr>
        </p:pic>
        <p:pic>
          <p:nvPicPr>
            <p:cNvPr id="74" name="Graphic 73" descr="Group of men outline">
              <a:extLst>
                <a:ext uri="{FF2B5EF4-FFF2-40B4-BE49-F238E27FC236}">
                  <a16:creationId xmlns:a16="http://schemas.microsoft.com/office/drawing/2014/main" id="{561EC5C7-18AF-F6AA-CCCC-F6E54FAD2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4893" y="5760943"/>
              <a:ext cx="457200" cy="457200"/>
            </a:xfrm>
            <a:prstGeom prst="rect">
              <a:avLst/>
            </a:prstGeom>
          </p:spPr>
        </p:pic>
        <p:pic>
          <p:nvPicPr>
            <p:cNvPr id="75" name="Graphic 74" descr="Group of men outline">
              <a:extLst>
                <a:ext uri="{FF2B5EF4-FFF2-40B4-BE49-F238E27FC236}">
                  <a16:creationId xmlns:a16="http://schemas.microsoft.com/office/drawing/2014/main" id="{25ED53B1-73A3-7858-BEF9-6E3043AEF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50405" y="5760943"/>
              <a:ext cx="457200" cy="457200"/>
            </a:xfrm>
            <a:prstGeom prst="rect">
              <a:avLst/>
            </a:prstGeom>
          </p:spPr>
        </p:pic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CC3802C-086A-7AA3-4590-7EB8F6D5F11A}"/>
                </a:ext>
              </a:extLst>
            </p:cNvPr>
            <p:cNvCxnSpPr>
              <a:cxnSpLocks/>
            </p:cNvCxnSpPr>
            <p:nvPr/>
          </p:nvCxnSpPr>
          <p:spPr>
            <a:xfrm>
              <a:off x="7163474" y="5678937"/>
              <a:ext cx="3780000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099E860-BB57-AD39-6339-B653828FA3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32749" y="5590774"/>
              <a:ext cx="3636000" cy="1118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8" name="Graphic 77" descr="Group of men outline">
              <a:extLst>
                <a:ext uri="{FF2B5EF4-FFF2-40B4-BE49-F238E27FC236}">
                  <a16:creationId xmlns:a16="http://schemas.microsoft.com/office/drawing/2014/main" id="{F6AA1A49-C3C2-EF5E-B852-B2CADF753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08103" y="5112077"/>
              <a:ext cx="457200" cy="457200"/>
            </a:xfrm>
            <a:prstGeom prst="rect">
              <a:avLst/>
            </a:prstGeom>
          </p:spPr>
        </p:pic>
        <p:pic>
          <p:nvPicPr>
            <p:cNvPr id="79" name="Graphic 78" descr="Group of men outline">
              <a:extLst>
                <a:ext uri="{FF2B5EF4-FFF2-40B4-BE49-F238E27FC236}">
                  <a16:creationId xmlns:a16="http://schemas.microsoft.com/office/drawing/2014/main" id="{ECC40D62-526D-8B77-1B34-0B05C810E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82591" y="5112077"/>
              <a:ext cx="457200" cy="457200"/>
            </a:xfrm>
            <a:prstGeom prst="rect">
              <a:avLst/>
            </a:prstGeom>
          </p:spPr>
        </p:pic>
        <p:pic>
          <p:nvPicPr>
            <p:cNvPr id="80" name="Graphic 79" descr="Group of men outline">
              <a:extLst>
                <a:ext uri="{FF2B5EF4-FFF2-40B4-BE49-F238E27FC236}">
                  <a16:creationId xmlns:a16="http://schemas.microsoft.com/office/drawing/2014/main" id="{15B8E023-B21D-48A0-6717-FDF6E782A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06055" y="5112077"/>
              <a:ext cx="457200" cy="457200"/>
            </a:xfrm>
            <a:prstGeom prst="rect">
              <a:avLst/>
            </a:prstGeom>
          </p:spPr>
        </p:pic>
        <p:pic>
          <p:nvPicPr>
            <p:cNvPr id="81" name="Graphic 80" descr="Group of men outline">
              <a:extLst>
                <a:ext uri="{FF2B5EF4-FFF2-40B4-BE49-F238E27FC236}">
                  <a16:creationId xmlns:a16="http://schemas.microsoft.com/office/drawing/2014/main" id="{F553769F-CB1A-F852-0C14-3C4D985CC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31567" y="5112077"/>
              <a:ext cx="457200" cy="457200"/>
            </a:xfrm>
            <a:prstGeom prst="rect">
              <a:avLst/>
            </a:prstGeom>
          </p:spPr>
        </p:pic>
        <p:pic>
          <p:nvPicPr>
            <p:cNvPr id="82" name="Graphic 81" descr="Group of men outline">
              <a:extLst>
                <a:ext uri="{FF2B5EF4-FFF2-40B4-BE49-F238E27FC236}">
                  <a16:creationId xmlns:a16="http://schemas.microsoft.com/office/drawing/2014/main" id="{E726D5B7-AD2E-284A-5483-3AE442ABD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57079" y="5112077"/>
              <a:ext cx="457200" cy="457200"/>
            </a:xfrm>
            <a:prstGeom prst="rect">
              <a:avLst/>
            </a:prstGeom>
          </p:spPr>
        </p:pic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FC39592-CA13-C328-D19D-11FA97D1266A}"/>
                </a:ext>
              </a:extLst>
            </p:cNvPr>
            <p:cNvCxnSpPr>
              <a:cxnSpLocks/>
            </p:cNvCxnSpPr>
            <p:nvPr/>
          </p:nvCxnSpPr>
          <p:spPr>
            <a:xfrm>
              <a:off x="7612582" y="5088739"/>
              <a:ext cx="2880000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32165B4-7BCC-DD8C-094C-B210E9078B6B}"/>
                </a:ext>
              </a:extLst>
            </p:cNvPr>
            <p:cNvCxnSpPr>
              <a:cxnSpLocks/>
            </p:cNvCxnSpPr>
            <p:nvPr/>
          </p:nvCxnSpPr>
          <p:spPr>
            <a:xfrm>
              <a:off x="7683639" y="4991761"/>
              <a:ext cx="2736000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A09CA18-0257-6C52-4DC2-C6EA2191F595}"/>
                </a:ext>
              </a:extLst>
            </p:cNvPr>
            <p:cNvSpPr/>
            <p:nvPr/>
          </p:nvSpPr>
          <p:spPr>
            <a:xfrm>
              <a:off x="7601844" y="5004696"/>
              <a:ext cx="2916000" cy="721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itchFamily="2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4F7AB0C-06F5-0C71-22D4-2A89D8F1EEE3}"/>
                </a:ext>
              </a:extLst>
            </p:cNvPr>
            <p:cNvSpPr/>
            <p:nvPr/>
          </p:nvSpPr>
          <p:spPr>
            <a:xfrm>
              <a:off x="7156495" y="5601164"/>
              <a:ext cx="3816000" cy="721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itchFamily="2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0096C06-BD16-3A88-B52F-7D65E2118E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9357" y="4405307"/>
              <a:ext cx="1872000" cy="4177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563EE7B-330A-69B6-6F37-A7AB5C3AC2A8}"/>
                </a:ext>
              </a:extLst>
            </p:cNvPr>
            <p:cNvCxnSpPr>
              <a:cxnSpLocks/>
            </p:cNvCxnSpPr>
            <p:nvPr/>
          </p:nvCxnSpPr>
          <p:spPr>
            <a:xfrm>
              <a:off x="8165303" y="4333779"/>
              <a:ext cx="1766282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3DA02481-57FD-F31E-F617-74E6B2EE4BE2}"/>
                </a:ext>
              </a:extLst>
            </p:cNvPr>
            <p:cNvSpPr/>
            <p:nvPr/>
          </p:nvSpPr>
          <p:spPr>
            <a:xfrm>
              <a:off x="8113217" y="4339027"/>
              <a:ext cx="1908000" cy="61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itchFamily="2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90" name="Graphic 89" descr="Group of men outline">
              <a:extLst>
                <a:ext uri="{FF2B5EF4-FFF2-40B4-BE49-F238E27FC236}">
                  <a16:creationId xmlns:a16="http://schemas.microsoft.com/office/drawing/2014/main" id="{C089531E-3AD5-2F61-5C43-E37A65C1D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21456" y="4497486"/>
              <a:ext cx="457200" cy="457200"/>
            </a:xfrm>
            <a:prstGeom prst="rect">
              <a:avLst/>
            </a:prstGeom>
          </p:spPr>
        </p:pic>
        <p:pic>
          <p:nvPicPr>
            <p:cNvPr id="91" name="Graphic 90" descr="Group of men outline">
              <a:extLst>
                <a:ext uri="{FF2B5EF4-FFF2-40B4-BE49-F238E27FC236}">
                  <a16:creationId xmlns:a16="http://schemas.microsoft.com/office/drawing/2014/main" id="{38895865-6DF5-7A78-38BA-DEE4DBFB9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51720" y="4497486"/>
              <a:ext cx="457200" cy="457200"/>
            </a:xfrm>
            <a:prstGeom prst="rect">
              <a:avLst/>
            </a:prstGeom>
          </p:spPr>
        </p:pic>
        <p:pic>
          <p:nvPicPr>
            <p:cNvPr id="92" name="Graphic 91" descr="Group of men outline">
              <a:extLst>
                <a:ext uri="{FF2B5EF4-FFF2-40B4-BE49-F238E27FC236}">
                  <a16:creationId xmlns:a16="http://schemas.microsoft.com/office/drawing/2014/main" id="{0EC5F692-DADD-6F30-4047-5A9F0F179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53320" y="4497486"/>
              <a:ext cx="457200" cy="457200"/>
            </a:xfrm>
            <a:prstGeom prst="rect">
              <a:avLst/>
            </a:prstGeom>
          </p:spPr>
        </p:pic>
        <p:pic>
          <p:nvPicPr>
            <p:cNvPr id="93" name="Graphic 92" descr="Group of men outline">
              <a:extLst>
                <a:ext uri="{FF2B5EF4-FFF2-40B4-BE49-F238E27FC236}">
                  <a16:creationId xmlns:a16="http://schemas.microsoft.com/office/drawing/2014/main" id="{F65065F3-5D70-69E6-9692-237927A6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02520" y="4497486"/>
              <a:ext cx="457200" cy="457200"/>
            </a:xfrm>
            <a:prstGeom prst="rect">
              <a:avLst/>
            </a:prstGeom>
          </p:spPr>
        </p:pic>
        <p:pic>
          <p:nvPicPr>
            <p:cNvPr id="94" name="Graphic 93" descr="Group of men outline">
              <a:extLst>
                <a:ext uri="{FF2B5EF4-FFF2-40B4-BE49-F238E27FC236}">
                  <a16:creationId xmlns:a16="http://schemas.microsoft.com/office/drawing/2014/main" id="{FD8E8FA8-E9D3-69FE-4002-62843990A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30274" y="3856958"/>
              <a:ext cx="457200" cy="457200"/>
            </a:xfrm>
            <a:prstGeom prst="rect">
              <a:avLst/>
            </a:prstGeom>
          </p:spPr>
        </p:pic>
        <p:pic>
          <p:nvPicPr>
            <p:cNvPr id="95" name="Graphic 94" descr="Group of men outline">
              <a:extLst>
                <a:ext uri="{FF2B5EF4-FFF2-40B4-BE49-F238E27FC236}">
                  <a16:creationId xmlns:a16="http://schemas.microsoft.com/office/drawing/2014/main" id="{7E6FEC38-B8E2-14F5-3A65-2B2912922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78787" y="3856958"/>
              <a:ext cx="457200" cy="457200"/>
            </a:xfrm>
            <a:prstGeom prst="rect">
              <a:avLst/>
            </a:prstGeom>
          </p:spPr>
        </p:pic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5E78D6F3-C382-4A16-55DD-DFC5BF704DD6}"/>
                </a:ext>
              </a:extLst>
            </p:cNvPr>
            <p:cNvCxnSpPr>
              <a:cxnSpLocks/>
            </p:cNvCxnSpPr>
            <p:nvPr/>
          </p:nvCxnSpPr>
          <p:spPr>
            <a:xfrm>
              <a:off x="8551720" y="3824947"/>
              <a:ext cx="1008000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0EA9B73-C04A-714B-40CF-4E50939EB1C0}"/>
                </a:ext>
              </a:extLst>
            </p:cNvPr>
            <p:cNvCxnSpPr>
              <a:cxnSpLocks/>
            </p:cNvCxnSpPr>
            <p:nvPr/>
          </p:nvCxnSpPr>
          <p:spPr>
            <a:xfrm>
              <a:off x="8603673" y="3742336"/>
              <a:ext cx="888422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9780DB5-6395-A499-E733-393287AB112A}"/>
                </a:ext>
              </a:extLst>
            </p:cNvPr>
            <p:cNvSpPr/>
            <p:nvPr/>
          </p:nvSpPr>
          <p:spPr>
            <a:xfrm>
              <a:off x="8492471" y="3145444"/>
              <a:ext cx="1067249" cy="6665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itchFamily="2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99" name="Graphic 98" descr="Confused person outline">
              <a:extLst>
                <a:ext uri="{FF2B5EF4-FFF2-40B4-BE49-F238E27FC236}">
                  <a16:creationId xmlns:a16="http://schemas.microsoft.com/office/drawing/2014/main" id="{C6E8D709-561E-54E5-0C88-5E6B88F6D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856925" y="3347722"/>
              <a:ext cx="394855" cy="394855"/>
            </a:xfrm>
            <a:prstGeom prst="rect">
              <a:avLst/>
            </a:prstGeom>
          </p:spPr>
        </p:pic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870A6DB-7406-8B65-696E-217C0E05E5C0}"/>
              </a:ext>
            </a:extLst>
          </p:cNvPr>
          <p:cNvCxnSpPr>
            <a:cxnSpLocks/>
          </p:cNvCxnSpPr>
          <p:nvPr/>
        </p:nvCxnSpPr>
        <p:spPr>
          <a:xfrm flipV="1">
            <a:off x="2135355" y="2014363"/>
            <a:ext cx="1083135" cy="1453635"/>
          </a:xfrm>
          <a:prstGeom prst="straightConnector1">
            <a:avLst/>
          </a:prstGeom>
          <a:ln w="38100">
            <a:solidFill>
              <a:srgbClr val="C0B2D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8BEB15E-020C-4027-58F8-7EA3D452EB4F}"/>
              </a:ext>
            </a:extLst>
          </p:cNvPr>
          <p:cNvGrpSpPr/>
          <p:nvPr/>
        </p:nvGrpSpPr>
        <p:grpSpPr>
          <a:xfrm>
            <a:off x="2841012" y="705092"/>
            <a:ext cx="1351790" cy="953310"/>
            <a:chOff x="2250253" y="2431301"/>
            <a:chExt cx="1351790" cy="953310"/>
          </a:xfrm>
        </p:grpSpPr>
        <p:pic>
          <p:nvPicPr>
            <p:cNvPr id="66" name="Graphic 65" descr="Speech outline">
              <a:extLst>
                <a:ext uri="{FF2B5EF4-FFF2-40B4-BE49-F238E27FC236}">
                  <a16:creationId xmlns:a16="http://schemas.microsoft.com/office/drawing/2014/main" id="{456F71B7-EB97-5085-CECE-F36746630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250253" y="2431301"/>
              <a:ext cx="1351790" cy="95331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C4FC6E8-A695-5A32-2C6B-3DF90CD5F899}"/>
                </a:ext>
              </a:extLst>
            </p:cNvPr>
            <p:cNvSpPr txBox="1"/>
            <p:nvPr/>
          </p:nvSpPr>
          <p:spPr>
            <a:xfrm>
              <a:off x="2393176" y="2651479"/>
              <a:ext cx="10659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aleway" pitchFamily="2" charset="0"/>
                  <a:ea typeface="+mn-ea"/>
                  <a:cs typeface="+mn-cs"/>
                </a:rPr>
                <a:t>Brand ABC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aleway" pitchFamily="2" charset="0"/>
                  <a:ea typeface="+mn-ea"/>
                  <a:cs typeface="+mn-cs"/>
                </a:rPr>
                <a:t>is the best!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52E07B9E-4A2D-710D-22CF-AAF8F5176649}"/>
              </a:ext>
            </a:extLst>
          </p:cNvPr>
          <p:cNvSpPr txBox="1"/>
          <p:nvPr/>
        </p:nvSpPr>
        <p:spPr>
          <a:xfrm>
            <a:off x="2690888" y="1501114"/>
            <a:ext cx="8696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sng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Cohort X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357E1D-51AF-FE3F-ECB6-3F80FEE43873}"/>
              </a:ext>
            </a:extLst>
          </p:cNvPr>
          <p:cNvSpPr txBox="1"/>
          <p:nvPr/>
        </p:nvSpPr>
        <p:spPr>
          <a:xfrm>
            <a:off x="2375570" y="1735433"/>
            <a:ext cx="1133262" cy="20065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285750" marR="0" lvl="0" indent="-28575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5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aleway" pitchFamily="2" charset="0"/>
                <a:ea typeface="+mn-ea"/>
                <a:cs typeface="Arial" panose="020B0604020202020204" pitchFamily="34" charset="0"/>
              </a:rPr>
              <a:t>MCV = $24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FEFC445-4FAE-4CEA-2589-ED782BB19403}"/>
              </a:ext>
            </a:extLst>
          </p:cNvPr>
          <p:cNvGrpSpPr/>
          <p:nvPr/>
        </p:nvGrpSpPr>
        <p:grpSpPr>
          <a:xfrm>
            <a:off x="7645256" y="1849913"/>
            <a:ext cx="3940080" cy="2573408"/>
            <a:chOff x="6759389" y="3145444"/>
            <a:chExt cx="4589929" cy="3080544"/>
          </a:xfrm>
        </p:grpSpPr>
        <p:sp>
          <p:nvSpPr>
            <p:cNvPr id="112" name="Isosceles Triangle 111">
              <a:extLst>
                <a:ext uri="{FF2B5EF4-FFF2-40B4-BE49-F238E27FC236}">
                  <a16:creationId xmlns:a16="http://schemas.microsoft.com/office/drawing/2014/main" id="{8D809398-BA29-0F2D-CF2D-514EA4753312}"/>
                </a:ext>
              </a:extLst>
            </p:cNvPr>
            <p:cNvSpPr/>
            <p:nvPr/>
          </p:nvSpPr>
          <p:spPr>
            <a:xfrm>
              <a:off x="6759389" y="3151094"/>
              <a:ext cx="4589929" cy="3074894"/>
            </a:xfrm>
            <a:prstGeom prst="triangle">
              <a:avLst/>
            </a:prstGeom>
            <a:noFill/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itchFamily="2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13" name="Graphic 112" descr="Group of men outline">
              <a:extLst>
                <a:ext uri="{FF2B5EF4-FFF2-40B4-BE49-F238E27FC236}">
                  <a16:creationId xmlns:a16="http://schemas.microsoft.com/office/drawing/2014/main" id="{4DA5EEEE-0EE9-60C0-031E-FEDAB1FE7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26941" y="5760943"/>
              <a:ext cx="457200" cy="457200"/>
            </a:xfrm>
            <a:prstGeom prst="rect">
              <a:avLst/>
            </a:prstGeom>
          </p:spPr>
        </p:pic>
        <p:pic>
          <p:nvPicPr>
            <p:cNvPr id="114" name="Graphic 113" descr="Group of men outline">
              <a:extLst>
                <a:ext uri="{FF2B5EF4-FFF2-40B4-BE49-F238E27FC236}">
                  <a16:creationId xmlns:a16="http://schemas.microsoft.com/office/drawing/2014/main" id="{15E0D395-ADC9-35BC-63FA-897153C1B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01429" y="5760943"/>
              <a:ext cx="457200" cy="457200"/>
            </a:xfrm>
            <a:prstGeom prst="rect">
              <a:avLst/>
            </a:prstGeom>
          </p:spPr>
        </p:pic>
        <p:pic>
          <p:nvPicPr>
            <p:cNvPr id="115" name="Graphic 114" descr="Group of men outline">
              <a:extLst>
                <a:ext uri="{FF2B5EF4-FFF2-40B4-BE49-F238E27FC236}">
                  <a16:creationId xmlns:a16="http://schemas.microsoft.com/office/drawing/2014/main" id="{C9A89759-1742-F577-A84A-40655652A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75917" y="5760943"/>
              <a:ext cx="457200" cy="457200"/>
            </a:xfrm>
            <a:prstGeom prst="rect">
              <a:avLst/>
            </a:prstGeom>
          </p:spPr>
        </p:pic>
        <p:pic>
          <p:nvPicPr>
            <p:cNvPr id="116" name="Graphic 115" descr="Group of men outline">
              <a:extLst>
                <a:ext uri="{FF2B5EF4-FFF2-40B4-BE49-F238E27FC236}">
                  <a16:creationId xmlns:a16="http://schemas.microsoft.com/office/drawing/2014/main" id="{BB5B6408-F562-8FFB-DD7D-61B2D331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73868" y="5760943"/>
              <a:ext cx="457200" cy="457200"/>
            </a:xfrm>
            <a:prstGeom prst="rect">
              <a:avLst/>
            </a:prstGeom>
          </p:spPr>
        </p:pic>
        <p:pic>
          <p:nvPicPr>
            <p:cNvPr id="117" name="Graphic 116" descr="Group of men outline">
              <a:extLst>
                <a:ext uri="{FF2B5EF4-FFF2-40B4-BE49-F238E27FC236}">
                  <a16:creationId xmlns:a16="http://schemas.microsoft.com/office/drawing/2014/main" id="{4241C490-DBF7-2C91-97A5-C9775CCFE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99381" y="5760943"/>
              <a:ext cx="457200" cy="457200"/>
            </a:xfrm>
            <a:prstGeom prst="rect">
              <a:avLst/>
            </a:prstGeom>
          </p:spPr>
        </p:pic>
        <p:pic>
          <p:nvPicPr>
            <p:cNvPr id="118" name="Graphic 117" descr="Group of men outline">
              <a:extLst>
                <a:ext uri="{FF2B5EF4-FFF2-40B4-BE49-F238E27FC236}">
                  <a16:creationId xmlns:a16="http://schemas.microsoft.com/office/drawing/2014/main" id="{A7DDDBF4-298B-D7D2-01CE-A4B9D5C1F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4893" y="5760943"/>
              <a:ext cx="457200" cy="457200"/>
            </a:xfrm>
            <a:prstGeom prst="rect">
              <a:avLst/>
            </a:prstGeom>
          </p:spPr>
        </p:pic>
        <p:pic>
          <p:nvPicPr>
            <p:cNvPr id="119" name="Graphic 118" descr="Group of men outline">
              <a:extLst>
                <a:ext uri="{FF2B5EF4-FFF2-40B4-BE49-F238E27FC236}">
                  <a16:creationId xmlns:a16="http://schemas.microsoft.com/office/drawing/2014/main" id="{66EB01FF-288A-364F-3A8D-4E98EE6D4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50405" y="5760943"/>
              <a:ext cx="457200" cy="457200"/>
            </a:xfrm>
            <a:prstGeom prst="rect">
              <a:avLst/>
            </a:prstGeom>
          </p:spPr>
        </p:pic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7A8B8BBF-4F22-387B-D3F6-3033F8F197B9}"/>
                </a:ext>
              </a:extLst>
            </p:cNvPr>
            <p:cNvCxnSpPr>
              <a:cxnSpLocks/>
            </p:cNvCxnSpPr>
            <p:nvPr/>
          </p:nvCxnSpPr>
          <p:spPr>
            <a:xfrm>
              <a:off x="7163474" y="5678937"/>
              <a:ext cx="3780000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877D7099-FB35-566A-6F47-33D119EB38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32749" y="5590774"/>
              <a:ext cx="3636000" cy="1118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Graphic 121" descr="Group of men outline">
              <a:extLst>
                <a:ext uri="{FF2B5EF4-FFF2-40B4-BE49-F238E27FC236}">
                  <a16:creationId xmlns:a16="http://schemas.microsoft.com/office/drawing/2014/main" id="{99C3FCA3-B174-F991-BA0A-C2BEF71E5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08103" y="5112077"/>
              <a:ext cx="457200" cy="457200"/>
            </a:xfrm>
            <a:prstGeom prst="rect">
              <a:avLst/>
            </a:prstGeom>
          </p:spPr>
        </p:pic>
        <p:pic>
          <p:nvPicPr>
            <p:cNvPr id="123" name="Graphic 122" descr="Group of men outline">
              <a:extLst>
                <a:ext uri="{FF2B5EF4-FFF2-40B4-BE49-F238E27FC236}">
                  <a16:creationId xmlns:a16="http://schemas.microsoft.com/office/drawing/2014/main" id="{53F1C2A4-3D44-F1B1-D79D-4114FC119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82591" y="5112077"/>
              <a:ext cx="457200" cy="457200"/>
            </a:xfrm>
            <a:prstGeom prst="rect">
              <a:avLst/>
            </a:prstGeom>
          </p:spPr>
        </p:pic>
        <p:pic>
          <p:nvPicPr>
            <p:cNvPr id="124" name="Graphic 123" descr="Group of men outline">
              <a:extLst>
                <a:ext uri="{FF2B5EF4-FFF2-40B4-BE49-F238E27FC236}">
                  <a16:creationId xmlns:a16="http://schemas.microsoft.com/office/drawing/2014/main" id="{EFE8DFBA-3B87-A3ED-15E0-72998E9C5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06055" y="5112077"/>
              <a:ext cx="457200" cy="457200"/>
            </a:xfrm>
            <a:prstGeom prst="rect">
              <a:avLst/>
            </a:prstGeom>
          </p:spPr>
        </p:pic>
        <p:pic>
          <p:nvPicPr>
            <p:cNvPr id="125" name="Graphic 124" descr="Group of men outline">
              <a:extLst>
                <a:ext uri="{FF2B5EF4-FFF2-40B4-BE49-F238E27FC236}">
                  <a16:creationId xmlns:a16="http://schemas.microsoft.com/office/drawing/2014/main" id="{EB1C5329-A09D-845B-004E-C16CE18BA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31567" y="5112077"/>
              <a:ext cx="457200" cy="457200"/>
            </a:xfrm>
            <a:prstGeom prst="rect">
              <a:avLst/>
            </a:prstGeom>
          </p:spPr>
        </p:pic>
        <p:pic>
          <p:nvPicPr>
            <p:cNvPr id="126" name="Graphic 125" descr="Group of men outline">
              <a:extLst>
                <a:ext uri="{FF2B5EF4-FFF2-40B4-BE49-F238E27FC236}">
                  <a16:creationId xmlns:a16="http://schemas.microsoft.com/office/drawing/2014/main" id="{770CD145-D6A5-D6FD-1BAE-5F6886464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57079" y="5112077"/>
              <a:ext cx="457200" cy="457200"/>
            </a:xfrm>
            <a:prstGeom prst="rect">
              <a:avLst/>
            </a:prstGeom>
          </p:spPr>
        </p:pic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C85F9338-F4A2-1727-526E-BEE26298EC61}"/>
                </a:ext>
              </a:extLst>
            </p:cNvPr>
            <p:cNvCxnSpPr>
              <a:cxnSpLocks/>
            </p:cNvCxnSpPr>
            <p:nvPr/>
          </p:nvCxnSpPr>
          <p:spPr>
            <a:xfrm>
              <a:off x="7612582" y="5088739"/>
              <a:ext cx="2880000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5BF8177-59E1-B4C0-8B5B-38C560F78439}"/>
                </a:ext>
              </a:extLst>
            </p:cNvPr>
            <p:cNvCxnSpPr>
              <a:cxnSpLocks/>
            </p:cNvCxnSpPr>
            <p:nvPr/>
          </p:nvCxnSpPr>
          <p:spPr>
            <a:xfrm>
              <a:off x="7683639" y="4991761"/>
              <a:ext cx="2736000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631BAE82-5549-610E-9267-3967C453BE34}"/>
                </a:ext>
              </a:extLst>
            </p:cNvPr>
            <p:cNvSpPr/>
            <p:nvPr/>
          </p:nvSpPr>
          <p:spPr>
            <a:xfrm>
              <a:off x="7601844" y="5004696"/>
              <a:ext cx="2916000" cy="721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itchFamily="2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0864C8B7-A61C-918B-260D-A706FD11D47F}"/>
                </a:ext>
              </a:extLst>
            </p:cNvPr>
            <p:cNvSpPr/>
            <p:nvPr/>
          </p:nvSpPr>
          <p:spPr>
            <a:xfrm>
              <a:off x="7156495" y="5601164"/>
              <a:ext cx="3816000" cy="646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itchFamily="2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66FDC2E6-F8FA-E4A3-7889-3DDF21B84A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9357" y="4405307"/>
              <a:ext cx="1872000" cy="4177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FD24A7A-2148-CAAF-4958-AEA3A6ACF2F7}"/>
                </a:ext>
              </a:extLst>
            </p:cNvPr>
            <p:cNvCxnSpPr>
              <a:cxnSpLocks/>
            </p:cNvCxnSpPr>
            <p:nvPr/>
          </p:nvCxnSpPr>
          <p:spPr>
            <a:xfrm>
              <a:off x="8165303" y="4333779"/>
              <a:ext cx="1766282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4DF1CBDC-DEEB-FAAF-B57E-F118DAADB364}"/>
                </a:ext>
              </a:extLst>
            </p:cNvPr>
            <p:cNvSpPr/>
            <p:nvPr/>
          </p:nvSpPr>
          <p:spPr>
            <a:xfrm>
              <a:off x="8113217" y="4349758"/>
              <a:ext cx="1908001" cy="517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itchFamily="2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34" name="Graphic 133" descr="Group of men outline">
              <a:extLst>
                <a:ext uri="{FF2B5EF4-FFF2-40B4-BE49-F238E27FC236}">
                  <a16:creationId xmlns:a16="http://schemas.microsoft.com/office/drawing/2014/main" id="{B438A98B-E499-7DC6-EC07-A4227DF10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21456" y="4497486"/>
              <a:ext cx="457200" cy="457200"/>
            </a:xfrm>
            <a:prstGeom prst="rect">
              <a:avLst/>
            </a:prstGeom>
          </p:spPr>
        </p:pic>
        <p:pic>
          <p:nvPicPr>
            <p:cNvPr id="135" name="Graphic 134" descr="Group of men outline">
              <a:extLst>
                <a:ext uri="{FF2B5EF4-FFF2-40B4-BE49-F238E27FC236}">
                  <a16:creationId xmlns:a16="http://schemas.microsoft.com/office/drawing/2014/main" id="{A844DEF3-60DE-518D-190C-0D4C4F11C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51720" y="4497486"/>
              <a:ext cx="457200" cy="457200"/>
            </a:xfrm>
            <a:prstGeom prst="rect">
              <a:avLst/>
            </a:prstGeom>
          </p:spPr>
        </p:pic>
        <p:pic>
          <p:nvPicPr>
            <p:cNvPr id="136" name="Graphic 135" descr="Group of men outline">
              <a:extLst>
                <a:ext uri="{FF2B5EF4-FFF2-40B4-BE49-F238E27FC236}">
                  <a16:creationId xmlns:a16="http://schemas.microsoft.com/office/drawing/2014/main" id="{377E87E3-E25B-DFED-F55B-AC7B9BF399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53320" y="4497486"/>
              <a:ext cx="457200" cy="457200"/>
            </a:xfrm>
            <a:prstGeom prst="rect">
              <a:avLst/>
            </a:prstGeom>
          </p:spPr>
        </p:pic>
        <p:pic>
          <p:nvPicPr>
            <p:cNvPr id="137" name="Graphic 136" descr="Group of men outline">
              <a:extLst>
                <a:ext uri="{FF2B5EF4-FFF2-40B4-BE49-F238E27FC236}">
                  <a16:creationId xmlns:a16="http://schemas.microsoft.com/office/drawing/2014/main" id="{0DCFA58E-4CBF-F215-BF60-BC888E1F7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02520" y="4497486"/>
              <a:ext cx="457200" cy="457200"/>
            </a:xfrm>
            <a:prstGeom prst="rect">
              <a:avLst/>
            </a:prstGeom>
          </p:spPr>
        </p:pic>
        <p:pic>
          <p:nvPicPr>
            <p:cNvPr id="138" name="Graphic 137" descr="Group of men outline">
              <a:extLst>
                <a:ext uri="{FF2B5EF4-FFF2-40B4-BE49-F238E27FC236}">
                  <a16:creationId xmlns:a16="http://schemas.microsoft.com/office/drawing/2014/main" id="{0F8319C7-6D69-D071-FEC8-60A72C6DE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30274" y="3856958"/>
              <a:ext cx="457200" cy="457200"/>
            </a:xfrm>
            <a:prstGeom prst="rect">
              <a:avLst/>
            </a:prstGeom>
          </p:spPr>
        </p:pic>
        <p:pic>
          <p:nvPicPr>
            <p:cNvPr id="139" name="Graphic 138" descr="Group of men outline">
              <a:extLst>
                <a:ext uri="{FF2B5EF4-FFF2-40B4-BE49-F238E27FC236}">
                  <a16:creationId xmlns:a16="http://schemas.microsoft.com/office/drawing/2014/main" id="{A6501C52-BD9C-9AEE-1323-C8B49CE00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78787" y="3856958"/>
              <a:ext cx="457200" cy="457200"/>
            </a:xfrm>
            <a:prstGeom prst="rect">
              <a:avLst/>
            </a:prstGeom>
          </p:spPr>
        </p:pic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9E0D40A1-A4F8-3FC5-4E0C-EB0F5BCB49B9}"/>
                </a:ext>
              </a:extLst>
            </p:cNvPr>
            <p:cNvCxnSpPr>
              <a:cxnSpLocks/>
            </p:cNvCxnSpPr>
            <p:nvPr/>
          </p:nvCxnSpPr>
          <p:spPr>
            <a:xfrm>
              <a:off x="8551720" y="3824947"/>
              <a:ext cx="1008000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8AC9A8F0-8E9A-114B-3A8D-E49FDFA4E8F0}"/>
                </a:ext>
              </a:extLst>
            </p:cNvPr>
            <p:cNvCxnSpPr>
              <a:cxnSpLocks/>
            </p:cNvCxnSpPr>
            <p:nvPr/>
          </p:nvCxnSpPr>
          <p:spPr>
            <a:xfrm>
              <a:off x="8603673" y="3742336"/>
              <a:ext cx="888422" cy="0"/>
            </a:xfrm>
            <a:prstGeom prst="line">
              <a:avLst/>
            </a:prstGeom>
            <a:ln w="19050">
              <a:solidFill>
                <a:srgbClr val="B3A2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0443B09F-6482-09ED-41AB-A98C6015FBE9}"/>
                </a:ext>
              </a:extLst>
            </p:cNvPr>
            <p:cNvSpPr/>
            <p:nvPr/>
          </p:nvSpPr>
          <p:spPr>
            <a:xfrm>
              <a:off x="8492471" y="3145444"/>
              <a:ext cx="1067249" cy="6665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leway" pitchFamily="2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43" name="Graphic 142" descr="Confused person outline">
              <a:extLst>
                <a:ext uri="{FF2B5EF4-FFF2-40B4-BE49-F238E27FC236}">
                  <a16:creationId xmlns:a16="http://schemas.microsoft.com/office/drawing/2014/main" id="{66D80150-5C3B-6B88-987E-CE4E00EDD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856925" y="3347722"/>
              <a:ext cx="394855" cy="394855"/>
            </a:xfrm>
            <a:prstGeom prst="rect">
              <a:avLst/>
            </a:prstGeom>
          </p:spPr>
        </p:pic>
      </p:grp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267833ED-EC06-B203-5A2A-8465DE1DE423}"/>
              </a:ext>
            </a:extLst>
          </p:cNvPr>
          <p:cNvCxnSpPr>
            <a:cxnSpLocks/>
          </p:cNvCxnSpPr>
          <p:nvPr/>
        </p:nvCxnSpPr>
        <p:spPr>
          <a:xfrm flipV="1">
            <a:off x="8088747" y="2388469"/>
            <a:ext cx="910444" cy="1196468"/>
          </a:xfrm>
          <a:prstGeom prst="straightConnector1">
            <a:avLst/>
          </a:prstGeom>
          <a:ln w="38100">
            <a:solidFill>
              <a:srgbClr val="C0B2D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Graphic 109" descr="Speech outline">
            <a:extLst>
              <a:ext uri="{FF2B5EF4-FFF2-40B4-BE49-F238E27FC236}">
                <a16:creationId xmlns:a16="http://schemas.microsoft.com/office/drawing/2014/main" id="{A345EDD9-BE8A-B6FB-33D1-70B3019659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09193" y="1238654"/>
            <a:ext cx="1160402" cy="954804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BC127641-B4CB-3F4A-2A67-57A2DE12BDD7}"/>
              </a:ext>
            </a:extLst>
          </p:cNvPr>
          <p:cNvSpPr txBox="1"/>
          <p:nvPr/>
        </p:nvSpPr>
        <p:spPr>
          <a:xfrm>
            <a:off x="8831881" y="1449803"/>
            <a:ext cx="915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Brand XYZ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is the best!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64155D3-F4F8-01C0-2496-FE70E8D15C4A}"/>
              </a:ext>
            </a:extLst>
          </p:cNvPr>
          <p:cNvSpPr txBox="1"/>
          <p:nvPr/>
        </p:nvSpPr>
        <p:spPr>
          <a:xfrm>
            <a:off x="8261685" y="1967083"/>
            <a:ext cx="9051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sng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Cohort Y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8853274-80F7-2B39-1FFF-0685B9DB5D51}"/>
              </a:ext>
            </a:extLst>
          </p:cNvPr>
          <p:cNvSpPr txBox="1"/>
          <p:nvPr/>
        </p:nvSpPr>
        <p:spPr>
          <a:xfrm>
            <a:off x="8176861" y="2170206"/>
            <a:ext cx="956106" cy="24125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285750" marR="0" lvl="0" indent="-28575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5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aleway" pitchFamily="2" charset="0"/>
                <a:ea typeface="+mn-ea"/>
                <a:cs typeface="Arial" panose="020B0604020202020204" pitchFamily="34" charset="0"/>
              </a:rPr>
              <a:t>MCV = $16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32A9976-E435-39F1-6505-910770F00082}"/>
              </a:ext>
            </a:extLst>
          </p:cNvPr>
          <p:cNvSpPr txBox="1"/>
          <p:nvPr/>
        </p:nvSpPr>
        <p:spPr>
          <a:xfrm>
            <a:off x="1348971" y="4782161"/>
            <a:ext cx="26559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Strategic price recommendation from this analysis triangulates perceived value, competitive advantage and market share potential</a:t>
            </a:r>
            <a:endParaRPr kumimoji="0" lang="en-IN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itchFamily="2" charset="0"/>
              <a:ea typeface="+mn-ea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1B1B8DF-EE37-4A6D-29FF-FB599E5FF1C3}"/>
              </a:ext>
            </a:extLst>
          </p:cNvPr>
          <p:cNvSpPr txBox="1"/>
          <p:nvPr/>
        </p:nvSpPr>
        <p:spPr>
          <a:xfrm>
            <a:off x="4875402" y="4956337"/>
            <a:ext cx="284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Brands with higher surplus i.e. ratio of max perceived value to price will be in a position to gain market share</a:t>
            </a:r>
          </a:p>
        </p:txBody>
      </p:sp>
      <p:pic>
        <p:nvPicPr>
          <p:cNvPr id="158" name="Graphic 157" descr="Open quotation mark outline">
            <a:extLst>
              <a:ext uri="{FF2B5EF4-FFF2-40B4-BE49-F238E27FC236}">
                <a16:creationId xmlns:a16="http://schemas.microsoft.com/office/drawing/2014/main" id="{25740F4B-A71D-5F1B-A8AB-5DC9666AAD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2847" y="4642696"/>
            <a:ext cx="478400" cy="478400"/>
          </a:xfrm>
          <a:prstGeom prst="rect">
            <a:avLst/>
          </a:prstGeom>
        </p:spPr>
      </p:pic>
      <p:pic>
        <p:nvPicPr>
          <p:cNvPr id="159" name="Graphic 158" descr="Open quotation mark outline">
            <a:extLst>
              <a:ext uri="{FF2B5EF4-FFF2-40B4-BE49-F238E27FC236}">
                <a16:creationId xmlns:a16="http://schemas.microsoft.com/office/drawing/2014/main" id="{84EF1798-BB7D-C7DA-5502-7A8D55E1C3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3891105" y="5398724"/>
            <a:ext cx="478400" cy="478400"/>
          </a:xfrm>
          <a:prstGeom prst="rect">
            <a:avLst/>
          </a:prstGeom>
        </p:spPr>
      </p:pic>
      <p:pic>
        <p:nvPicPr>
          <p:cNvPr id="160" name="Graphic 159" descr="Open quotation mark outline">
            <a:extLst>
              <a:ext uri="{FF2B5EF4-FFF2-40B4-BE49-F238E27FC236}">
                <a16:creationId xmlns:a16="http://schemas.microsoft.com/office/drawing/2014/main" id="{C8102D99-C6C2-4C7F-B12E-B7EFE65775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04970" y="4659686"/>
            <a:ext cx="478400" cy="478400"/>
          </a:xfrm>
          <a:prstGeom prst="rect">
            <a:avLst/>
          </a:prstGeom>
        </p:spPr>
      </p:pic>
      <p:pic>
        <p:nvPicPr>
          <p:cNvPr id="161" name="Graphic 160" descr="Open quotation mark outline">
            <a:extLst>
              <a:ext uri="{FF2B5EF4-FFF2-40B4-BE49-F238E27FC236}">
                <a16:creationId xmlns:a16="http://schemas.microsoft.com/office/drawing/2014/main" id="{118AEF36-024D-3124-998C-C21B9D3ABC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7496085" y="5394629"/>
            <a:ext cx="478400" cy="478400"/>
          </a:xfrm>
          <a:prstGeom prst="rect">
            <a:avLst/>
          </a:prstGeom>
        </p:spPr>
      </p:pic>
      <p:pic>
        <p:nvPicPr>
          <p:cNvPr id="162" name="Graphic 161" descr="Open quotation mark outline">
            <a:extLst>
              <a:ext uri="{FF2B5EF4-FFF2-40B4-BE49-F238E27FC236}">
                <a16:creationId xmlns:a16="http://schemas.microsoft.com/office/drawing/2014/main" id="{E7F6D2A0-E604-723A-865A-166C41FA01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9490" y="4650558"/>
            <a:ext cx="478400" cy="478400"/>
          </a:xfrm>
          <a:prstGeom prst="rect">
            <a:avLst/>
          </a:prstGeom>
        </p:spPr>
      </p:pic>
      <p:pic>
        <p:nvPicPr>
          <p:cNvPr id="163" name="Graphic 162" descr="Open quotation mark outline">
            <a:extLst>
              <a:ext uri="{FF2B5EF4-FFF2-40B4-BE49-F238E27FC236}">
                <a16:creationId xmlns:a16="http://schemas.microsoft.com/office/drawing/2014/main" id="{087D7301-52EB-4486-BBCB-C08575BFEF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11124128" y="5375653"/>
            <a:ext cx="478400" cy="478400"/>
          </a:xfrm>
          <a:prstGeom prst="rect">
            <a:avLst/>
          </a:prstGeom>
        </p:spPr>
      </p:pic>
      <p:sp>
        <p:nvSpPr>
          <p:cNvPr id="164" name="Rectangle 163">
            <a:extLst>
              <a:ext uri="{FF2B5EF4-FFF2-40B4-BE49-F238E27FC236}">
                <a16:creationId xmlns:a16="http://schemas.microsoft.com/office/drawing/2014/main" id="{B8E5A3B3-283F-D903-D1A5-EBBF66DE3D18}"/>
              </a:ext>
            </a:extLst>
          </p:cNvPr>
          <p:cNvSpPr/>
          <p:nvPr/>
        </p:nvSpPr>
        <p:spPr>
          <a:xfrm>
            <a:off x="977672" y="4668651"/>
            <a:ext cx="3359085" cy="1167473"/>
          </a:xfrm>
          <a:prstGeom prst="rect">
            <a:avLst/>
          </a:prstGeom>
          <a:noFill/>
          <a:ln w="63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0503EEE8-6AA3-0258-E808-E02E4ADF51A3}"/>
              </a:ext>
            </a:extLst>
          </p:cNvPr>
          <p:cNvSpPr/>
          <p:nvPr/>
        </p:nvSpPr>
        <p:spPr>
          <a:xfrm>
            <a:off x="4617790" y="4668651"/>
            <a:ext cx="3359085" cy="1167473"/>
          </a:xfrm>
          <a:prstGeom prst="rect">
            <a:avLst/>
          </a:prstGeom>
          <a:noFill/>
          <a:ln w="63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CCA9E289-AB76-02D0-D6C6-33C834B34002}"/>
              </a:ext>
            </a:extLst>
          </p:cNvPr>
          <p:cNvSpPr/>
          <p:nvPr/>
        </p:nvSpPr>
        <p:spPr>
          <a:xfrm>
            <a:off x="8272896" y="4659686"/>
            <a:ext cx="3359085" cy="1167473"/>
          </a:xfrm>
          <a:prstGeom prst="rect">
            <a:avLst/>
          </a:prstGeom>
          <a:noFill/>
          <a:ln w="63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leway" pitchFamily="2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E75D1E5-3C1D-E1A1-895A-7E67EC76BE00}"/>
              </a:ext>
            </a:extLst>
          </p:cNvPr>
          <p:cNvCxnSpPr>
            <a:cxnSpLocks/>
          </p:cNvCxnSpPr>
          <p:nvPr/>
        </p:nvCxnSpPr>
        <p:spPr>
          <a:xfrm flipH="1">
            <a:off x="1035801" y="3829449"/>
            <a:ext cx="1012143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B25594E-308D-F0DB-18A3-9D3965849200}"/>
              </a:ext>
            </a:extLst>
          </p:cNvPr>
          <p:cNvSpPr txBox="1"/>
          <p:nvPr/>
        </p:nvSpPr>
        <p:spPr>
          <a:xfrm>
            <a:off x="1035801" y="3547808"/>
            <a:ext cx="9635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Price = $10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AD4BDD-67AD-1D0F-BED6-94EFC3E02D9A}"/>
              </a:ext>
            </a:extLst>
          </p:cNvPr>
          <p:cNvSpPr txBox="1"/>
          <p:nvPr/>
        </p:nvSpPr>
        <p:spPr>
          <a:xfrm>
            <a:off x="1286610" y="2404364"/>
            <a:ext cx="155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CSF = 2.4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C8F54B-E394-F2DA-F92B-9CE3D3D16C97}"/>
              </a:ext>
            </a:extLst>
          </p:cNvPr>
          <p:cNvSpPr txBox="1"/>
          <p:nvPr/>
        </p:nvSpPr>
        <p:spPr>
          <a:xfrm>
            <a:off x="4060063" y="848588"/>
            <a:ext cx="20550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Can increase price by 12% without risking share loss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Has potential to gain 3% market share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DA1B5A-32F1-4A3A-E329-537E5DB1EFD9}"/>
              </a:ext>
            </a:extLst>
          </p:cNvPr>
          <p:cNvCxnSpPr>
            <a:cxnSpLocks/>
          </p:cNvCxnSpPr>
          <p:nvPr/>
        </p:nvCxnSpPr>
        <p:spPr>
          <a:xfrm flipH="1">
            <a:off x="6958572" y="3920236"/>
            <a:ext cx="1002197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9067C42-84AD-83A9-44BC-771651EF4DC2}"/>
              </a:ext>
            </a:extLst>
          </p:cNvPr>
          <p:cNvSpPr txBox="1"/>
          <p:nvPr/>
        </p:nvSpPr>
        <p:spPr>
          <a:xfrm>
            <a:off x="6958572" y="3638595"/>
            <a:ext cx="9535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5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Price = $10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E57B2B-64E7-2C75-1F90-F5A98160FEA0}"/>
              </a:ext>
            </a:extLst>
          </p:cNvPr>
          <p:cNvSpPr txBox="1"/>
          <p:nvPr/>
        </p:nvSpPr>
        <p:spPr>
          <a:xfrm>
            <a:off x="7141521" y="2825454"/>
            <a:ext cx="155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CSF = 1.6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FF043D-D717-F01A-4437-BCDF1F4789FC}"/>
              </a:ext>
            </a:extLst>
          </p:cNvPr>
          <p:cNvSpPr txBox="1"/>
          <p:nvPr/>
        </p:nvSpPr>
        <p:spPr>
          <a:xfrm>
            <a:off x="9753117" y="1451319"/>
            <a:ext cx="2360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Ø"/>
              <a:defRPr sz="1000">
                <a:latin typeface="Raleway" pitchFamily="2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Will lose share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leway" pitchFamily="2" charset="0"/>
                <a:ea typeface="+mn-ea"/>
                <a:cs typeface="+mn-cs"/>
              </a:rPr>
              <a:t>Will need to reduce price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661D26-478B-22B4-B505-10863B8C2A29}"/>
              </a:ext>
            </a:extLst>
          </p:cNvPr>
          <p:cNvCxnSpPr>
            <a:cxnSpLocks/>
          </p:cNvCxnSpPr>
          <p:nvPr/>
        </p:nvCxnSpPr>
        <p:spPr>
          <a:xfrm>
            <a:off x="4965290" y="1730719"/>
            <a:ext cx="2951913" cy="357482"/>
          </a:xfrm>
          <a:prstGeom prst="straightConnector1">
            <a:avLst/>
          </a:prstGeom>
          <a:ln w="9525">
            <a:solidFill>
              <a:srgbClr val="C0B2D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128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933AF-02CD-D132-A2A8-FFCD7F49F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041D0-47AF-A6C5-F44C-EF8A51210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588DE-A38C-C151-A3B8-CDCF62268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128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CF2E3EC4ADBB4FA2A1653C958171E8" ma:contentTypeVersion="3" ma:contentTypeDescription="Create a new document." ma:contentTypeScope="" ma:versionID="c2420202ec1db72ef1776bb90f8c067b">
  <xsd:schema xmlns:xsd="http://www.w3.org/2001/XMLSchema" xmlns:xs="http://www.w3.org/2001/XMLSchema" xmlns:p="http://schemas.microsoft.com/office/2006/metadata/properties" xmlns:ns2="139c670c-dbb6-41ce-b2fe-264d5f410e6b" targetNamespace="http://schemas.microsoft.com/office/2006/metadata/properties" ma:root="true" ma:fieldsID="920f73bdd0917b675b874646caa8bf99" ns2:_="">
    <xsd:import namespace="139c670c-dbb6-41ce-b2fe-264d5f410e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9c670c-dbb6-41ce-b2fe-264d5f410e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CCA2804-2D0B-44D3-B0F4-946D61F8DDE6}"/>
</file>

<file path=customXml/itemProps2.xml><?xml version="1.0" encoding="utf-8"?>
<ds:datastoreItem xmlns:ds="http://schemas.openxmlformats.org/officeDocument/2006/customXml" ds:itemID="{C28D088A-77F4-4798-A403-135AEB437E6C}"/>
</file>

<file path=customXml/itemProps3.xml><?xml version="1.0" encoding="utf-8"?>
<ds:datastoreItem xmlns:ds="http://schemas.openxmlformats.org/officeDocument/2006/customXml" ds:itemID="{85C0E022-D38C-4B0B-B9AF-C5759A568CFE}"/>
</file>

<file path=docProps/app.xml><?xml version="1.0" encoding="utf-8"?>
<Properties xmlns="http://schemas.openxmlformats.org/officeDocument/2006/extended-properties" xmlns:vt="http://schemas.openxmlformats.org/officeDocument/2006/docPropsVTypes">
  <TotalTime>1308</TotalTime>
  <Words>434</Words>
  <Application>Microsoft Office PowerPoint</Application>
  <PresentationFormat>Widescreen</PresentationFormat>
  <Paragraphs>77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Candara</vt:lpstr>
      <vt:lpstr>Raleway</vt:lpstr>
      <vt:lpstr>Raleway Thin</vt:lpstr>
      <vt:lpstr>Rockwell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Vaidya</dc:creator>
  <cp:lastModifiedBy>Sejal Naik</cp:lastModifiedBy>
  <cp:revision>1</cp:revision>
  <dcterms:created xsi:type="dcterms:W3CDTF">2025-12-08T07:11:27Z</dcterms:created>
  <dcterms:modified xsi:type="dcterms:W3CDTF">2025-12-11T06:48:16Z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0x01010035CF2E3EC4ADBB4FA2A1653C958171E8</vt:lpwstr>
  </property>
</Properties>
</file>